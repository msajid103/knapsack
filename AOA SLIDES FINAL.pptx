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14"/>
  </p:notesMasterIdLst>
  <p:handoutMasterIdLst>
    <p:handoutMasterId r:id="rId15"/>
  </p:handoutMasterIdLst>
  <p:sldIdLst>
    <p:sldId id="259" r:id="rId2"/>
    <p:sldId id="258" r:id="rId3"/>
    <p:sldId id="260" r:id="rId4"/>
    <p:sldId id="261" r:id="rId5"/>
    <p:sldId id="263" r:id="rId6"/>
    <p:sldId id="262" r:id="rId7"/>
    <p:sldId id="264" r:id="rId8"/>
    <p:sldId id="265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62C947-8CB7-CB5B-AF65-CE1C0E692C54}" v="354" dt="2023-07-10T19:43:07.676"/>
    <p1510:client id="{8AA612AD-7341-4C41-8514-0B9A72BB4473}" v="92" dt="2023-07-11T08:37:24.004"/>
    <p1510:client id="{E9C55E25-B506-A6D9-961F-844843E4E471}" v="537" dt="2023-07-10T18:43:56.9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>
        <p:scale>
          <a:sx n="66" d="100"/>
          <a:sy n="66" d="100"/>
        </p:scale>
        <p:origin x="16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ad Daniyal Saffi" userId="8d637b81-3ca4-4e79-80f7-60f0996ef63d" providerId="ADAL" clId="{8AA612AD-7341-4C41-8514-0B9A72BB4473}"/>
    <pc:docChg chg="undo redo custSel addSld delSld modSld">
      <pc:chgData name="Muhammad Daniyal Saffi" userId="8d637b81-3ca4-4e79-80f7-60f0996ef63d" providerId="ADAL" clId="{8AA612AD-7341-4C41-8514-0B9A72BB4473}" dt="2023-07-11T08:41:17.193" v="441" actId="478"/>
      <pc:docMkLst>
        <pc:docMk/>
      </pc:docMkLst>
      <pc:sldChg chg="addSp delSp modSp mod modTransition delDesignElem">
        <pc:chgData name="Muhammad Daniyal Saffi" userId="8d637b81-3ca4-4e79-80f7-60f0996ef63d" providerId="ADAL" clId="{8AA612AD-7341-4C41-8514-0B9A72BB4473}" dt="2023-07-11T08:21:52.858" v="146" actId="403"/>
        <pc:sldMkLst>
          <pc:docMk/>
          <pc:sldMk cId="2518156079" sldId="258"/>
        </pc:sldMkLst>
        <pc:spChg chg="del">
          <ac:chgData name="Muhammad Daniyal Saffi" userId="8d637b81-3ca4-4e79-80f7-60f0996ef63d" providerId="ADAL" clId="{8AA612AD-7341-4C41-8514-0B9A72BB4473}" dt="2023-07-11T08:00:20.355" v="1"/>
          <ac:spMkLst>
            <pc:docMk/>
            <pc:sldMk cId="2518156079" sldId="258"/>
            <ac:spMk id="3" creationId="{2A041593-FE32-E4DA-54E2-80F28DBB2688}"/>
          </ac:spMkLst>
        </pc:spChg>
        <pc:spChg chg="mod">
          <ac:chgData name="Muhammad Daniyal Saffi" userId="8d637b81-3ca4-4e79-80f7-60f0996ef63d" providerId="ADAL" clId="{8AA612AD-7341-4C41-8514-0B9A72BB4473}" dt="2023-07-11T08:17:51.630" v="113"/>
          <ac:spMkLst>
            <pc:docMk/>
            <pc:sldMk cId="2518156079" sldId="258"/>
            <ac:spMk id="5" creationId="{8AA6E4C9-7871-29CD-6C66-5C3678217A02}"/>
          </ac:spMkLst>
        </pc:spChg>
        <pc:spChg chg="mod">
          <ac:chgData name="Muhammad Daniyal Saffi" userId="8d637b81-3ca4-4e79-80f7-60f0996ef63d" providerId="ADAL" clId="{8AA612AD-7341-4C41-8514-0B9A72BB4473}" dt="2023-07-11T08:18:06.247" v="117" actId="20577"/>
          <ac:spMkLst>
            <pc:docMk/>
            <pc:sldMk cId="2518156079" sldId="258"/>
            <ac:spMk id="6" creationId="{9AA130D2-2DC4-0E6F-905C-DADD86B38D3B}"/>
          </ac:spMkLst>
        </pc:spChg>
        <pc:spChg chg="del">
          <ac:chgData name="Muhammad Daniyal Saffi" userId="8d637b81-3ca4-4e79-80f7-60f0996ef63d" providerId="ADAL" clId="{8AA612AD-7341-4C41-8514-0B9A72BB4473}" dt="2023-07-11T08:05:53.447" v="12"/>
          <ac:spMkLst>
            <pc:docMk/>
            <pc:sldMk cId="2518156079" sldId="258"/>
            <ac:spMk id="84" creationId="{C868C70C-E5C4-CD47-888C-FCB3373B6D38}"/>
          </ac:spMkLst>
        </pc:spChg>
        <pc:spChg chg="del">
          <ac:chgData name="Muhammad Daniyal Saffi" userId="8d637b81-3ca4-4e79-80f7-60f0996ef63d" providerId="ADAL" clId="{8AA612AD-7341-4C41-8514-0B9A72BB4473}" dt="2023-07-11T08:05:53.447" v="12"/>
          <ac:spMkLst>
            <pc:docMk/>
            <pc:sldMk cId="2518156079" sldId="258"/>
            <ac:spMk id="85" creationId="{F7C9FD24-3092-E04F-925D-C1183BF54C06}"/>
          </ac:spMkLst>
        </pc:spChg>
        <pc:spChg chg="del">
          <ac:chgData name="Muhammad Daniyal Saffi" userId="8d637b81-3ca4-4e79-80f7-60f0996ef63d" providerId="ADAL" clId="{8AA612AD-7341-4C41-8514-0B9A72BB4473}" dt="2023-07-11T08:05:53.447" v="12"/>
          <ac:spMkLst>
            <pc:docMk/>
            <pc:sldMk cId="2518156079" sldId="258"/>
            <ac:spMk id="86" creationId="{D8C68F39-5E8A-844C-A8FD-394F253C1E5F}"/>
          </ac:spMkLst>
        </pc:spChg>
        <pc:spChg chg="del">
          <ac:chgData name="Muhammad Daniyal Saffi" userId="8d637b81-3ca4-4e79-80f7-60f0996ef63d" providerId="ADAL" clId="{8AA612AD-7341-4C41-8514-0B9A72BB4473}" dt="2023-07-11T08:05:53.447" v="12"/>
          <ac:spMkLst>
            <pc:docMk/>
            <pc:sldMk cId="2518156079" sldId="258"/>
            <ac:spMk id="87" creationId="{BC583CEB-AC2B-2640-94F6-5958E6BC5BAB}"/>
          </ac:spMkLst>
        </pc:spChg>
        <pc:grpChg chg="add mod">
          <ac:chgData name="Muhammad Daniyal Saffi" userId="8d637b81-3ca4-4e79-80f7-60f0996ef63d" providerId="ADAL" clId="{8AA612AD-7341-4C41-8514-0B9A72BB4473}" dt="2023-07-11T08:17:51.630" v="113"/>
          <ac:grpSpMkLst>
            <pc:docMk/>
            <pc:sldMk cId="2518156079" sldId="258"/>
            <ac:grpSpMk id="4" creationId="{73C29298-7580-73BD-829B-569CC2CD2190}"/>
          </ac:grpSpMkLst>
        </pc:grpChg>
        <pc:graphicFrameChg chg="mod modGraphic">
          <ac:chgData name="Muhammad Daniyal Saffi" userId="8d637b81-3ca4-4e79-80f7-60f0996ef63d" providerId="ADAL" clId="{8AA612AD-7341-4C41-8514-0B9A72BB4473}" dt="2023-07-11T08:21:52.858" v="146" actId="403"/>
          <ac:graphicFrameMkLst>
            <pc:docMk/>
            <pc:sldMk cId="2518156079" sldId="258"/>
            <ac:graphicFrameMk id="24" creationId="{CCDF7647-9E1D-E817-AA69-3F642AB9AAD5}"/>
          </ac:graphicFrameMkLst>
        </pc:graphicFrameChg>
        <pc:picChg chg="mod">
          <ac:chgData name="Muhammad Daniyal Saffi" userId="8d637b81-3ca4-4e79-80f7-60f0996ef63d" providerId="ADAL" clId="{8AA612AD-7341-4C41-8514-0B9A72BB4473}" dt="2023-07-11T08:18:42.140" v="118" actId="1076"/>
          <ac:picMkLst>
            <pc:docMk/>
            <pc:sldMk cId="2518156079" sldId="258"/>
            <ac:picMk id="48" creationId="{19B3B5AB-B732-305D-1B49-56BA15B7C1E5}"/>
          </ac:picMkLst>
        </pc:picChg>
      </pc:sldChg>
      <pc:sldChg chg="addSp delSp modSp mod modTransition setBg delDesignElem">
        <pc:chgData name="Muhammad Daniyal Saffi" userId="8d637b81-3ca4-4e79-80f7-60f0996ef63d" providerId="ADAL" clId="{8AA612AD-7341-4C41-8514-0B9A72BB4473}" dt="2023-07-11T08:17:47.246" v="112" actId="1076"/>
        <pc:sldMkLst>
          <pc:docMk/>
          <pc:sldMk cId="1581394140" sldId="259"/>
        </pc:sldMkLst>
        <pc:spChg chg="mod">
          <ac:chgData name="Muhammad Daniyal Saffi" userId="8d637b81-3ca4-4e79-80f7-60f0996ef63d" providerId="ADAL" clId="{8AA612AD-7341-4C41-8514-0B9A72BB4473}" dt="2023-07-11T08:17:31.753" v="110" actId="14100"/>
          <ac:spMkLst>
            <pc:docMk/>
            <pc:sldMk cId="1581394140" sldId="259"/>
            <ac:spMk id="2" creationId="{E5BD2543-901D-EB95-3D4C-33D6EE266F6F}"/>
          </ac:spMkLst>
        </pc:spChg>
        <pc:spChg chg="del mod">
          <ac:chgData name="Muhammad Daniyal Saffi" userId="8d637b81-3ca4-4e79-80f7-60f0996ef63d" providerId="ADAL" clId="{8AA612AD-7341-4C41-8514-0B9A72BB4473}" dt="2023-07-11T08:08:50.535" v="46" actId="26606"/>
          <ac:spMkLst>
            <pc:docMk/>
            <pc:sldMk cId="1581394140" sldId="259"/>
            <ac:spMk id="3" creationId="{5B33CE92-84DC-FAC0-AEA6-EA9BC90CEB42}"/>
          </ac:spMkLst>
        </pc:spChg>
        <pc:spChg chg="del">
          <ac:chgData name="Muhammad Daniyal Saffi" userId="8d637b81-3ca4-4e79-80f7-60f0996ef63d" providerId="ADAL" clId="{8AA612AD-7341-4C41-8514-0B9A72BB4473}" dt="2023-07-11T08:00:20.355" v="1"/>
          <ac:spMkLst>
            <pc:docMk/>
            <pc:sldMk cId="1581394140" sldId="259"/>
            <ac:spMk id="4" creationId="{7CCD1F95-3892-0CA7-F95F-4A8F4D3C9A2E}"/>
          </ac:spMkLst>
        </pc:spChg>
        <pc:spChg chg="del">
          <ac:chgData name="Muhammad Daniyal Saffi" userId="8d637b81-3ca4-4e79-80f7-60f0996ef63d" providerId="ADAL" clId="{8AA612AD-7341-4C41-8514-0B9A72BB4473}" dt="2023-07-11T08:00:18.043" v="0"/>
          <ac:spMkLst>
            <pc:docMk/>
            <pc:sldMk cId="1581394140" sldId="259"/>
            <ac:spMk id="5" creationId="{8F344931-0C6F-1515-BFC2-5A5FC459B8D9}"/>
          </ac:spMkLst>
        </pc:spChg>
        <pc:spChg chg="add mod">
          <ac:chgData name="Muhammad Daniyal Saffi" userId="8d637b81-3ca4-4e79-80f7-60f0996ef63d" providerId="ADAL" clId="{8AA612AD-7341-4C41-8514-0B9A72BB4473}" dt="2023-07-11T08:17:37.551" v="111" actId="164"/>
          <ac:spMkLst>
            <pc:docMk/>
            <pc:sldMk cId="1581394140" sldId="259"/>
            <ac:spMk id="6" creationId="{7D28F5CC-291B-5A80-A150-451CE1653217}"/>
          </ac:spMkLst>
        </pc:spChg>
        <pc:spChg chg="add mod">
          <ac:chgData name="Muhammad Daniyal Saffi" userId="8d637b81-3ca4-4e79-80f7-60f0996ef63d" providerId="ADAL" clId="{8AA612AD-7341-4C41-8514-0B9A72BB4473}" dt="2023-07-11T08:17:37.551" v="111" actId="164"/>
          <ac:spMkLst>
            <pc:docMk/>
            <pc:sldMk cId="1581394140" sldId="259"/>
            <ac:spMk id="7" creationId="{56BF133D-2C0A-789E-CCF2-344EF402C9F4}"/>
          </ac:spMkLst>
        </pc:spChg>
        <pc:spChg chg="mod ord">
          <ac:chgData name="Muhammad Daniyal Saffi" userId="8d637b81-3ca4-4e79-80f7-60f0996ef63d" providerId="ADAL" clId="{8AA612AD-7341-4C41-8514-0B9A72BB4473}" dt="2023-07-11T08:17:31.753" v="110" actId="14100"/>
          <ac:spMkLst>
            <pc:docMk/>
            <pc:sldMk cId="1581394140" sldId="259"/>
            <ac:spMk id="8" creationId="{56B7BA9B-4A56-53BC-783F-A840432C5A96}"/>
          </ac:spMkLst>
        </pc:spChg>
        <pc:spChg chg="add del">
          <ac:chgData name="Muhammad Daniyal Saffi" userId="8d637b81-3ca4-4e79-80f7-60f0996ef63d" providerId="ADAL" clId="{8AA612AD-7341-4C41-8514-0B9A72BB4473}" dt="2023-07-11T08:09:38.837" v="54" actId="26606"/>
          <ac:spMkLst>
            <pc:docMk/>
            <pc:sldMk cId="1581394140" sldId="259"/>
            <ac:spMk id="17" creationId="{910D13A8-8228-47E3-8159-DF3D937E08AF}"/>
          </ac:spMkLst>
        </pc:spChg>
        <pc:spChg chg="add del">
          <ac:chgData name="Muhammad Daniyal Saffi" userId="8d637b81-3ca4-4e79-80f7-60f0996ef63d" providerId="ADAL" clId="{8AA612AD-7341-4C41-8514-0B9A72BB4473}" dt="2023-07-11T08:08:07.333" v="35" actId="26606"/>
          <ac:spMkLst>
            <pc:docMk/>
            <pc:sldMk cId="1581394140" sldId="259"/>
            <ac:spMk id="18" creationId="{32742A5F-E0E4-49B9-947A-D0158627FAEA}"/>
          </ac:spMkLst>
        </pc:spChg>
        <pc:spChg chg="add del">
          <ac:chgData name="Muhammad Daniyal Saffi" userId="8d637b81-3ca4-4e79-80f7-60f0996ef63d" providerId="ADAL" clId="{8AA612AD-7341-4C41-8514-0B9A72BB4473}" dt="2023-07-11T08:09:38.837" v="54" actId="26606"/>
          <ac:spMkLst>
            <pc:docMk/>
            <pc:sldMk cId="1581394140" sldId="259"/>
            <ac:spMk id="19" creationId="{CCEA6CE4-C4F8-44BC-9843-3C0939FD7709}"/>
          </ac:spMkLst>
        </pc:spChg>
        <pc:spChg chg="add del">
          <ac:chgData name="Muhammad Daniyal Saffi" userId="8d637b81-3ca4-4e79-80f7-60f0996ef63d" providerId="ADAL" clId="{8AA612AD-7341-4C41-8514-0B9A72BB4473}" dt="2023-07-11T08:08:07.333" v="35" actId="26606"/>
          <ac:spMkLst>
            <pc:docMk/>
            <pc:sldMk cId="1581394140" sldId="259"/>
            <ac:spMk id="20" creationId="{34169D8A-49ED-4849-B778-0475EF373B8B}"/>
          </ac:spMkLst>
        </pc:spChg>
        <pc:spChg chg="add del">
          <ac:chgData name="Muhammad Daniyal Saffi" userId="8d637b81-3ca4-4e79-80f7-60f0996ef63d" providerId="ADAL" clId="{8AA612AD-7341-4C41-8514-0B9A72BB4473}" dt="2023-07-11T08:09:38.837" v="54" actId="26606"/>
          <ac:spMkLst>
            <pc:docMk/>
            <pc:sldMk cId="1581394140" sldId="259"/>
            <ac:spMk id="21" creationId="{338E743B-F088-4E4F-8134-10D25DEB61E6}"/>
          </ac:spMkLst>
        </pc:spChg>
        <pc:spChg chg="add del">
          <ac:chgData name="Muhammad Daniyal Saffi" userId="8d637b81-3ca4-4e79-80f7-60f0996ef63d" providerId="ADAL" clId="{8AA612AD-7341-4C41-8514-0B9A72BB4473}" dt="2023-07-11T08:08:07.333" v="35" actId="26606"/>
          <ac:spMkLst>
            <pc:docMk/>
            <pc:sldMk cId="1581394140" sldId="259"/>
            <ac:spMk id="22" creationId="{44BBEC7D-2853-4D0C-9239-541F862C15A8}"/>
          </ac:spMkLst>
        </pc:spChg>
        <pc:spChg chg="add del">
          <ac:chgData name="Muhammad Daniyal Saffi" userId="8d637b81-3ca4-4e79-80f7-60f0996ef63d" providerId="ADAL" clId="{8AA612AD-7341-4C41-8514-0B9A72BB4473}" dt="2023-07-11T08:09:38.837" v="54" actId="26606"/>
          <ac:spMkLst>
            <pc:docMk/>
            <pc:sldMk cId="1581394140" sldId="259"/>
            <ac:spMk id="23" creationId="{DB6BF0CD-7130-4065-B7F5-D19DC7CE13A2}"/>
          </ac:spMkLst>
        </pc:spChg>
        <pc:spChg chg="add del">
          <ac:chgData name="Muhammad Daniyal Saffi" userId="8d637b81-3ca4-4e79-80f7-60f0996ef63d" providerId="ADAL" clId="{8AA612AD-7341-4C41-8514-0B9A72BB4473}" dt="2023-07-11T08:08:07.333" v="35" actId="26606"/>
          <ac:spMkLst>
            <pc:docMk/>
            <pc:sldMk cId="1581394140" sldId="259"/>
            <ac:spMk id="24" creationId="{2ACA3A81-3664-42EF-A8EC-40B40A51EC33}"/>
          </ac:spMkLst>
        </pc:spChg>
        <pc:spChg chg="add del">
          <ac:chgData name="Muhammad Daniyal Saffi" userId="8d637b81-3ca4-4e79-80f7-60f0996ef63d" providerId="ADAL" clId="{8AA612AD-7341-4C41-8514-0B9A72BB4473}" dt="2023-07-11T08:08:11.080" v="37" actId="26606"/>
          <ac:spMkLst>
            <pc:docMk/>
            <pc:sldMk cId="1581394140" sldId="259"/>
            <ac:spMk id="26" creationId="{ECA351B0-F844-42E9-B2D2-5B49B8B35A85}"/>
          </ac:spMkLst>
        </pc:spChg>
        <pc:spChg chg="add del">
          <ac:chgData name="Muhammad Daniyal Saffi" userId="8d637b81-3ca4-4e79-80f7-60f0996ef63d" providerId="ADAL" clId="{8AA612AD-7341-4C41-8514-0B9A72BB4473}" dt="2023-07-11T08:08:11.080" v="37" actId="26606"/>
          <ac:spMkLst>
            <pc:docMk/>
            <pc:sldMk cId="1581394140" sldId="259"/>
            <ac:spMk id="27" creationId="{5C644380-6018-4B81-9DA9-9F06C59CE360}"/>
          </ac:spMkLst>
        </pc:spChg>
        <pc:spChg chg="add del">
          <ac:chgData name="Muhammad Daniyal Saffi" userId="8d637b81-3ca4-4e79-80f7-60f0996ef63d" providerId="ADAL" clId="{8AA612AD-7341-4C41-8514-0B9A72BB4473}" dt="2023-07-11T08:08:11.080" v="37" actId="26606"/>
          <ac:spMkLst>
            <pc:docMk/>
            <pc:sldMk cId="1581394140" sldId="259"/>
            <ac:spMk id="28" creationId="{DBB5D28F-9B96-4EA2-AECC-58ADD21F4303}"/>
          </ac:spMkLst>
        </pc:spChg>
        <pc:spChg chg="add del">
          <ac:chgData name="Muhammad Daniyal Saffi" userId="8d637b81-3ca4-4e79-80f7-60f0996ef63d" providerId="ADAL" clId="{8AA612AD-7341-4C41-8514-0B9A72BB4473}" dt="2023-07-11T08:08:11.080" v="37" actId="26606"/>
          <ac:spMkLst>
            <pc:docMk/>
            <pc:sldMk cId="1581394140" sldId="259"/>
            <ac:spMk id="29" creationId="{D548ABF7-EAB1-47F4-A166-1E6B2F84A108}"/>
          </ac:spMkLst>
        </pc:spChg>
        <pc:spChg chg="add del">
          <ac:chgData name="Muhammad Daniyal Saffi" userId="8d637b81-3ca4-4e79-80f7-60f0996ef63d" providerId="ADAL" clId="{8AA612AD-7341-4C41-8514-0B9A72BB4473}" dt="2023-07-11T08:08:11.080" v="37" actId="26606"/>
          <ac:spMkLst>
            <pc:docMk/>
            <pc:sldMk cId="1581394140" sldId="259"/>
            <ac:spMk id="30" creationId="{4BE6A425-9B55-46B4-A7A8-5AC179503845}"/>
          </ac:spMkLst>
        </pc:spChg>
        <pc:spChg chg="add del">
          <ac:chgData name="Muhammad Daniyal Saffi" userId="8d637b81-3ca4-4e79-80f7-60f0996ef63d" providerId="ADAL" clId="{8AA612AD-7341-4C41-8514-0B9A72BB4473}" dt="2023-07-11T08:08:11.080" v="37" actId="26606"/>
          <ac:spMkLst>
            <pc:docMk/>
            <pc:sldMk cId="1581394140" sldId="259"/>
            <ac:spMk id="31" creationId="{E3EF64B6-EF6F-4034-9831-AD0B821C1758}"/>
          </ac:spMkLst>
        </pc:spChg>
        <pc:spChg chg="add del">
          <ac:chgData name="Muhammad Daniyal Saffi" userId="8d637b81-3ca4-4e79-80f7-60f0996ef63d" providerId="ADAL" clId="{8AA612AD-7341-4C41-8514-0B9A72BB4473}" dt="2023-07-11T08:08:11.080" v="37" actId="26606"/>
          <ac:spMkLst>
            <pc:docMk/>
            <pc:sldMk cId="1581394140" sldId="259"/>
            <ac:spMk id="32" creationId="{6C80ABDB-25F5-417A-A33F-61660B8E7303}"/>
          </ac:spMkLst>
        </pc:spChg>
        <pc:spChg chg="add del">
          <ac:chgData name="Muhammad Daniyal Saffi" userId="8d637b81-3ca4-4e79-80f7-60f0996ef63d" providerId="ADAL" clId="{8AA612AD-7341-4C41-8514-0B9A72BB4473}" dt="2023-07-11T08:08:16.883" v="39" actId="26606"/>
          <ac:spMkLst>
            <pc:docMk/>
            <pc:sldMk cId="1581394140" sldId="259"/>
            <ac:spMk id="34" creationId="{2C8DCBC9-E0DE-46B3-8FAE-C5C151378E29}"/>
          </ac:spMkLst>
        </pc:spChg>
        <pc:spChg chg="del">
          <ac:chgData name="Muhammad Daniyal Saffi" userId="8d637b81-3ca4-4e79-80f7-60f0996ef63d" providerId="ADAL" clId="{8AA612AD-7341-4C41-8514-0B9A72BB4473}" dt="2023-07-11T08:05:53.447" v="12"/>
          <ac:spMkLst>
            <pc:docMk/>
            <pc:sldMk cId="1581394140" sldId="259"/>
            <ac:spMk id="40" creationId="{C868C70C-E5C4-CD47-888C-FCB3373B6D38}"/>
          </ac:spMkLst>
        </pc:spChg>
        <pc:spChg chg="del">
          <ac:chgData name="Muhammad Daniyal Saffi" userId="8d637b81-3ca4-4e79-80f7-60f0996ef63d" providerId="ADAL" clId="{8AA612AD-7341-4C41-8514-0B9A72BB4473}" dt="2023-07-11T08:05:53.447" v="12"/>
          <ac:spMkLst>
            <pc:docMk/>
            <pc:sldMk cId="1581394140" sldId="259"/>
            <ac:spMk id="42" creationId="{F7C9FD24-3092-E04F-925D-C1183BF54C06}"/>
          </ac:spMkLst>
        </pc:spChg>
        <pc:spChg chg="del">
          <ac:chgData name="Muhammad Daniyal Saffi" userId="8d637b81-3ca4-4e79-80f7-60f0996ef63d" providerId="ADAL" clId="{8AA612AD-7341-4C41-8514-0B9A72BB4473}" dt="2023-07-11T08:05:53.447" v="12"/>
          <ac:spMkLst>
            <pc:docMk/>
            <pc:sldMk cId="1581394140" sldId="259"/>
            <ac:spMk id="44" creationId="{D8C68F39-5E8A-844C-A8FD-394F253C1E5F}"/>
          </ac:spMkLst>
        </pc:spChg>
        <pc:spChg chg="del">
          <ac:chgData name="Muhammad Daniyal Saffi" userId="8d637b81-3ca4-4e79-80f7-60f0996ef63d" providerId="ADAL" clId="{8AA612AD-7341-4C41-8514-0B9A72BB4473}" dt="2023-07-11T08:05:53.447" v="12"/>
          <ac:spMkLst>
            <pc:docMk/>
            <pc:sldMk cId="1581394140" sldId="259"/>
            <ac:spMk id="46" creationId="{BC583CEB-AC2B-2640-94F6-5958E6BC5BAB}"/>
          </ac:spMkLst>
        </pc:spChg>
        <pc:grpChg chg="add mod">
          <ac:chgData name="Muhammad Daniyal Saffi" userId="8d637b81-3ca4-4e79-80f7-60f0996ef63d" providerId="ADAL" clId="{8AA612AD-7341-4C41-8514-0B9A72BB4473}" dt="2023-07-11T08:17:47.246" v="112" actId="1076"/>
          <ac:grpSpMkLst>
            <pc:docMk/>
            <pc:sldMk cId="1581394140" sldId="259"/>
            <ac:grpSpMk id="9" creationId="{9A1CA85A-EFB7-9027-D695-018B7072F7A5}"/>
          </ac:grpSpMkLst>
        </pc:grpChg>
        <pc:graphicFrameChg chg="add mod ord modGraphic">
          <ac:chgData name="Muhammad Daniyal Saffi" userId="8d637b81-3ca4-4e79-80f7-60f0996ef63d" providerId="ADAL" clId="{8AA612AD-7341-4C41-8514-0B9A72BB4473}" dt="2023-07-11T08:17:31.753" v="110" actId="14100"/>
          <ac:graphicFrameMkLst>
            <pc:docMk/>
            <pc:sldMk cId="1581394140" sldId="259"/>
            <ac:graphicFrameMk id="15" creationId="{B3E35F70-BBCB-461C-4C7D-CF9F330C77D9}"/>
          </ac:graphicFrameMkLst>
        </pc:graphicFrameChg>
        <pc:picChg chg="del mod ord">
          <ac:chgData name="Muhammad Daniyal Saffi" userId="8d637b81-3ca4-4e79-80f7-60f0996ef63d" providerId="ADAL" clId="{8AA612AD-7341-4C41-8514-0B9A72BB4473}" dt="2023-07-11T08:08:58.003" v="47" actId="478"/>
          <ac:picMkLst>
            <pc:docMk/>
            <pc:sldMk cId="1581394140" sldId="259"/>
            <ac:picMk id="11" creationId="{E1E3508B-7090-01B5-3ED0-8D482A4F7BC1}"/>
          </ac:picMkLst>
        </pc:picChg>
        <pc:picChg chg="del mod ord">
          <ac:chgData name="Muhammad Daniyal Saffi" userId="8d637b81-3ca4-4e79-80f7-60f0996ef63d" providerId="ADAL" clId="{8AA612AD-7341-4C41-8514-0B9A72BB4473}" dt="2023-07-11T08:09:03.556" v="48" actId="478"/>
          <ac:picMkLst>
            <pc:docMk/>
            <pc:sldMk cId="1581394140" sldId="259"/>
            <ac:picMk id="13" creationId="{29EDC284-4DBD-B119-A3ED-EB17FFA9B062}"/>
          </ac:picMkLst>
        </pc:picChg>
      </pc:sldChg>
      <pc:sldChg chg="addSp delSp modSp mod modTransition setBg delDesignElem">
        <pc:chgData name="Muhammad Daniyal Saffi" userId="8d637b81-3ca4-4e79-80f7-60f0996ef63d" providerId="ADAL" clId="{8AA612AD-7341-4C41-8514-0B9A72BB4473}" dt="2023-07-11T08:24:07.181" v="187" actId="20577"/>
        <pc:sldMkLst>
          <pc:docMk/>
          <pc:sldMk cId="1560963878" sldId="260"/>
        </pc:sldMkLst>
        <pc:spChg chg="mod">
          <ac:chgData name="Muhammad Daniyal Saffi" userId="8d637b81-3ca4-4e79-80f7-60f0996ef63d" providerId="ADAL" clId="{8AA612AD-7341-4C41-8514-0B9A72BB4473}" dt="2023-07-11T08:08:17.335" v="40" actId="14100"/>
          <ac:spMkLst>
            <pc:docMk/>
            <pc:sldMk cId="1560963878" sldId="260"/>
            <ac:spMk id="2" creationId="{6C02BD5C-DC4E-3CBB-E419-7AEB02D068EC}"/>
          </ac:spMkLst>
        </pc:spChg>
        <pc:spChg chg="del">
          <ac:chgData name="Muhammad Daniyal Saffi" userId="8d637b81-3ca4-4e79-80f7-60f0996ef63d" providerId="ADAL" clId="{8AA612AD-7341-4C41-8514-0B9A72BB4473}" dt="2023-07-11T08:00:20.355" v="1"/>
          <ac:spMkLst>
            <pc:docMk/>
            <pc:sldMk cId="1560963878" sldId="260"/>
            <ac:spMk id="3" creationId="{8F50F7DF-E5F2-D96F-3AB8-93EDD73F494E}"/>
          </ac:spMkLst>
        </pc:spChg>
        <pc:spChg chg="mod">
          <ac:chgData name="Muhammad Daniyal Saffi" userId="8d637b81-3ca4-4e79-80f7-60f0996ef63d" providerId="ADAL" clId="{8AA612AD-7341-4C41-8514-0B9A72BB4473}" dt="2023-07-11T08:17:54.354" v="114"/>
          <ac:spMkLst>
            <pc:docMk/>
            <pc:sldMk cId="1560963878" sldId="260"/>
            <ac:spMk id="5" creationId="{807C20AB-31A8-61A6-4B58-AEA20F121C00}"/>
          </ac:spMkLst>
        </pc:spChg>
        <pc:spChg chg="mod">
          <ac:chgData name="Muhammad Daniyal Saffi" userId="8d637b81-3ca4-4e79-80f7-60f0996ef63d" providerId="ADAL" clId="{8AA612AD-7341-4C41-8514-0B9A72BB4473}" dt="2023-07-11T08:24:07.181" v="187" actId="20577"/>
          <ac:spMkLst>
            <pc:docMk/>
            <pc:sldMk cId="1560963878" sldId="260"/>
            <ac:spMk id="6" creationId="{96C8575C-22C8-77EB-6925-418A3BCE5A61}"/>
          </ac:spMkLst>
        </pc:spChg>
        <pc:spChg chg="add del">
          <ac:chgData name="Muhammad Daniyal Saffi" userId="8d637b81-3ca4-4e79-80f7-60f0996ef63d" providerId="ADAL" clId="{8AA612AD-7341-4C41-8514-0B9A72BB4473}" dt="2023-07-11T08:06:58.663" v="31" actId="26606"/>
          <ac:spMkLst>
            <pc:docMk/>
            <pc:sldMk cId="1560963878" sldId="260"/>
            <ac:spMk id="23" creationId="{7455F7F3-3A58-4BBB-95C7-CF706F9FFA10}"/>
          </ac:spMkLst>
        </pc:spChg>
        <pc:spChg chg="add del">
          <ac:chgData name="Muhammad Daniyal Saffi" userId="8d637b81-3ca4-4e79-80f7-60f0996ef63d" providerId="ADAL" clId="{8AA612AD-7341-4C41-8514-0B9A72BB4473}" dt="2023-07-11T08:06:58.663" v="31" actId="26606"/>
          <ac:spMkLst>
            <pc:docMk/>
            <pc:sldMk cId="1560963878" sldId="260"/>
            <ac:spMk id="24" creationId="{3AE3D314-6F93-4D91-8C0F-E92657F465C6}"/>
          </ac:spMkLst>
        </pc:spChg>
        <pc:spChg chg="del">
          <ac:chgData name="Muhammad Daniyal Saffi" userId="8d637b81-3ca4-4e79-80f7-60f0996ef63d" providerId="ADAL" clId="{8AA612AD-7341-4C41-8514-0B9A72BB4473}" dt="2023-07-11T08:05:53.447" v="12"/>
          <ac:spMkLst>
            <pc:docMk/>
            <pc:sldMk cId="1560963878" sldId="260"/>
            <ac:spMk id="26" creationId="{23BB7E73-E730-42EA-AACE-D1E323EA547E}"/>
          </ac:spMkLst>
        </pc:spChg>
        <pc:spChg chg="add del">
          <ac:chgData name="Muhammad Daniyal Saffi" userId="8d637b81-3ca4-4e79-80f7-60f0996ef63d" providerId="ADAL" clId="{8AA612AD-7341-4C41-8514-0B9A72BB4473}" dt="2023-07-11T08:07:02.100" v="33" actId="26606"/>
          <ac:spMkLst>
            <pc:docMk/>
            <pc:sldMk cId="1560963878" sldId="260"/>
            <ac:spMk id="27" creationId="{910D13A8-8228-47E3-8159-DF3D937E08AF}"/>
          </ac:spMkLst>
        </pc:spChg>
        <pc:spChg chg="del">
          <ac:chgData name="Muhammad Daniyal Saffi" userId="8d637b81-3ca4-4e79-80f7-60f0996ef63d" providerId="ADAL" clId="{8AA612AD-7341-4C41-8514-0B9A72BB4473}" dt="2023-07-11T08:05:53.447" v="12"/>
          <ac:spMkLst>
            <pc:docMk/>
            <pc:sldMk cId="1560963878" sldId="260"/>
            <ac:spMk id="28" creationId="{F1F6C2E9-B316-4410-88E5-74F044FC3575}"/>
          </ac:spMkLst>
        </pc:spChg>
        <pc:spChg chg="add del">
          <ac:chgData name="Muhammad Daniyal Saffi" userId="8d637b81-3ca4-4e79-80f7-60f0996ef63d" providerId="ADAL" clId="{8AA612AD-7341-4C41-8514-0B9A72BB4473}" dt="2023-07-11T08:07:02.100" v="33" actId="26606"/>
          <ac:spMkLst>
            <pc:docMk/>
            <pc:sldMk cId="1560963878" sldId="260"/>
            <ac:spMk id="29" creationId="{CCEA6CE4-C4F8-44BC-9843-3C0939FD7709}"/>
          </ac:spMkLst>
        </pc:spChg>
        <pc:spChg chg="del">
          <ac:chgData name="Muhammad Daniyal Saffi" userId="8d637b81-3ca4-4e79-80f7-60f0996ef63d" providerId="ADAL" clId="{8AA612AD-7341-4C41-8514-0B9A72BB4473}" dt="2023-07-11T08:05:53.447" v="12"/>
          <ac:spMkLst>
            <pc:docMk/>
            <pc:sldMk cId="1560963878" sldId="260"/>
            <ac:spMk id="30" creationId="{83D07262-43A6-451F-9B19-77B943C6399D}"/>
          </ac:spMkLst>
        </pc:spChg>
        <pc:spChg chg="add del">
          <ac:chgData name="Muhammad Daniyal Saffi" userId="8d637b81-3ca4-4e79-80f7-60f0996ef63d" providerId="ADAL" clId="{8AA612AD-7341-4C41-8514-0B9A72BB4473}" dt="2023-07-11T08:07:02.100" v="33" actId="26606"/>
          <ac:spMkLst>
            <pc:docMk/>
            <pc:sldMk cId="1560963878" sldId="260"/>
            <ac:spMk id="31" creationId="{338E743B-F088-4E4F-8134-10D25DEB61E6}"/>
          </ac:spMkLst>
        </pc:spChg>
        <pc:spChg chg="add del">
          <ac:chgData name="Muhammad Daniyal Saffi" userId="8d637b81-3ca4-4e79-80f7-60f0996ef63d" providerId="ADAL" clId="{8AA612AD-7341-4C41-8514-0B9A72BB4473}" dt="2023-07-11T08:07:02.100" v="33" actId="26606"/>
          <ac:spMkLst>
            <pc:docMk/>
            <pc:sldMk cId="1560963878" sldId="260"/>
            <ac:spMk id="32" creationId="{DB6BF0CD-7130-4065-B7F5-D19DC7CE13A2}"/>
          </ac:spMkLst>
        </pc:spChg>
        <pc:grpChg chg="add mod">
          <ac:chgData name="Muhammad Daniyal Saffi" userId="8d637b81-3ca4-4e79-80f7-60f0996ef63d" providerId="ADAL" clId="{8AA612AD-7341-4C41-8514-0B9A72BB4473}" dt="2023-07-11T08:17:54.354" v="114"/>
          <ac:grpSpMkLst>
            <pc:docMk/>
            <pc:sldMk cId="1560963878" sldId="260"/>
            <ac:grpSpMk id="4" creationId="{65C4B9F0-32C6-8A7D-6906-0883A566055F}"/>
          </ac:grpSpMkLst>
        </pc:grpChg>
        <pc:graphicFrameChg chg="mod modGraphic">
          <ac:chgData name="Muhammad Daniyal Saffi" userId="8d637b81-3ca4-4e79-80f7-60f0996ef63d" providerId="ADAL" clId="{8AA612AD-7341-4C41-8514-0B9A72BB4473}" dt="2023-07-11T08:22:26.578" v="153" actId="403"/>
          <ac:graphicFrameMkLst>
            <pc:docMk/>
            <pc:sldMk cId="1560963878" sldId="260"/>
            <ac:graphicFrameMk id="21" creationId="{82F3995D-978A-DB37-7C94-1A2698573C2C}"/>
          </ac:graphicFrameMkLst>
        </pc:graphicFrameChg>
      </pc:sldChg>
      <pc:sldChg chg="addSp delSp modSp mod modTransition delDesignElem">
        <pc:chgData name="Muhammad Daniyal Saffi" userId="8d637b81-3ca4-4e79-80f7-60f0996ef63d" providerId="ADAL" clId="{8AA612AD-7341-4C41-8514-0B9A72BB4473}" dt="2023-07-11T08:24:12.432" v="189" actId="20577"/>
        <pc:sldMkLst>
          <pc:docMk/>
          <pc:sldMk cId="3149335212" sldId="261"/>
        </pc:sldMkLst>
        <pc:spChg chg="mod">
          <ac:chgData name="Muhammad Daniyal Saffi" userId="8d637b81-3ca4-4e79-80f7-60f0996ef63d" providerId="ADAL" clId="{8AA612AD-7341-4C41-8514-0B9A72BB4473}" dt="2023-07-11T08:23:30.386" v="180" actId="113"/>
          <ac:spMkLst>
            <pc:docMk/>
            <pc:sldMk cId="3149335212" sldId="261"/>
            <ac:spMk id="2" creationId="{44D39A7A-6DC6-011B-8C4E-DD5340800846}"/>
          </ac:spMkLst>
        </pc:spChg>
        <pc:spChg chg="del">
          <ac:chgData name="Muhammad Daniyal Saffi" userId="8d637b81-3ca4-4e79-80f7-60f0996ef63d" providerId="ADAL" clId="{8AA612AD-7341-4C41-8514-0B9A72BB4473}" dt="2023-07-11T08:00:20.355" v="1"/>
          <ac:spMkLst>
            <pc:docMk/>
            <pc:sldMk cId="3149335212" sldId="261"/>
            <ac:spMk id="3" creationId="{E0152D37-79F3-F34E-2FBC-5A5AD34D468B}"/>
          </ac:spMkLst>
        </pc:spChg>
        <pc:spChg chg="mod">
          <ac:chgData name="Muhammad Daniyal Saffi" userId="8d637b81-3ca4-4e79-80f7-60f0996ef63d" providerId="ADAL" clId="{8AA612AD-7341-4C41-8514-0B9A72BB4473}" dt="2023-07-11T08:17:57.462" v="115"/>
          <ac:spMkLst>
            <pc:docMk/>
            <pc:sldMk cId="3149335212" sldId="261"/>
            <ac:spMk id="6" creationId="{5D012176-4ABB-1D4C-859F-DB9E327B0447}"/>
          </ac:spMkLst>
        </pc:spChg>
        <pc:spChg chg="mod">
          <ac:chgData name="Muhammad Daniyal Saffi" userId="8d637b81-3ca4-4e79-80f7-60f0996ef63d" providerId="ADAL" clId="{8AA612AD-7341-4C41-8514-0B9A72BB4473}" dt="2023-07-11T08:24:12.432" v="189" actId="20577"/>
          <ac:spMkLst>
            <pc:docMk/>
            <pc:sldMk cId="3149335212" sldId="261"/>
            <ac:spMk id="7" creationId="{C995DB14-D480-AE60-88AF-658888ADF6E5}"/>
          </ac:spMkLst>
        </pc:spChg>
        <pc:spChg chg="del">
          <ac:chgData name="Muhammad Daniyal Saffi" userId="8d637b81-3ca4-4e79-80f7-60f0996ef63d" providerId="ADAL" clId="{8AA612AD-7341-4C41-8514-0B9A72BB4473}" dt="2023-07-11T08:05:53.447" v="12"/>
          <ac:spMkLst>
            <pc:docMk/>
            <pc:sldMk cId="3149335212" sldId="261"/>
            <ac:spMk id="18" creationId="{23BB7E73-E730-42EA-AACE-D1E323EA547E}"/>
          </ac:spMkLst>
        </pc:spChg>
        <pc:spChg chg="del">
          <ac:chgData name="Muhammad Daniyal Saffi" userId="8d637b81-3ca4-4e79-80f7-60f0996ef63d" providerId="ADAL" clId="{8AA612AD-7341-4C41-8514-0B9A72BB4473}" dt="2023-07-11T08:05:53.447" v="12"/>
          <ac:spMkLst>
            <pc:docMk/>
            <pc:sldMk cId="3149335212" sldId="261"/>
            <ac:spMk id="20" creationId="{F1F6C2E9-B316-4410-88E5-74F044FC3575}"/>
          </ac:spMkLst>
        </pc:spChg>
        <pc:spChg chg="del">
          <ac:chgData name="Muhammad Daniyal Saffi" userId="8d637b81-3ca4-4e79-80f7-60f0996ef63d" providerId="ADAL" clId="{8AA612AD-7341-4C41-8514-0B9A72BB4473}" dt="2023-07-11T08:05:53.447" v="12"/>
          <ac:spMkLst>
            <pc:docMk/>
            <pc:sldMk cId="3149335212" sldId="261"/>
            <ac:spMk id="22" creationId="{83D07262-43A6-451F-9B19-77B943C6399D}"/>
          </ac:spMkLst>
        </pc:spChg>
        <pc:grpChg chg="add mod">
          <ac:chgData name="Muhammad Daniyal Saffi" userId="8d637b81-3ca4-4e79-80f7-60f0996ef63d" providerId="ADAL" clId="{8AA612AD-7341-4C41-8514-0B9A72BB4473}" dt="2023-07-11T08:23:11.786" v="177" actId="1036"/>
          <ac:grpSpMkLst>
            <pc:docMk/>
            <pc:sldMk cId="3149335212" sldId="261"/>
            <ac:grpSpMk id="4" creationId="{CEA8564F-FA6F-3B45-3C38-2099FFE0DDE8}"/>
          </ac:grpSpMkLst>
        </pc:grpChg>
        <pc:graphicFrameChg chg="mod modGraphic">
          <ac:chgData name="Muhammad Daniyal Saffi" userId="8d637b81-3ca4-4e79-80f7-60f0996ef63d" providerId="ADAL" clId="{8AA612AD-7341-4C41-8514-0B9A72BB4473}" dt="2023-07-11T08:23:22.613" v="179" actId="113"/>
          <ac:graphicFrameMkLst>
            <pc:docMk/>
            <pc:sldMk cId="3149335212" sldId="261"/>
            <ac:graphicFrameMk id="5" creationId="{D1F41E74-3A05-6B9C-7099-64118454F76A}"/>
          </ac:graphicFrameMkLst>
        </pc:graphicFrameChg>
      </pc:sldChg>
      <pc:sldChg chg="addSp delSp modSp mod modTransition delDesignElem">
        <pc:chgData name="Muhammad Daniyal Saffi" userId="8d637b81-3ca4-4e79-80f7-60f0996ef63d" providerId="ADAL" clId="{8AA612AD-7341-4C41-8514-0B9A72BB4473}" dt="2023-07-11T08:26:22.692" v="229" actId="14100"/>
        <pc:sldMkLst>
          <pc:docMk/>
          <pc:sldMk cId="900054706" sldId="262"/>
        </pc:sldMkLst>
        <pc:spChg chg="mod">
          <ac:chgData name="Muhammad Daniyal Saffi" userId="8d637b81-3ca4-4e79-80f7-60f0996ef63d" providerId="ADAL" clId="{8AA612AD-7341-4C41-8514-0B9A72BB4473}" dt="2023-07-11T08:24:44.858" v="196" actId="113"/>
          <ac:spMkLst>
            <pc:docMk/>
            <pc:sldMk cId="900054706" sldId="262"/>
            <ac:spMk id="2" creationId="{84DB8FBC-A73D-0E8C-10D7-A894654A3F8A}"/>
          </ac:spMkLst>
        </pc:spChg>
        <pc:spChg chg="mod">
          <ac:chgData name="Muhammad Daniyal Saffi" userId="8d637b81-3ca4-4e79-80f7-60f0996ef63d" providerId="ADAL" clId="{8AA612AD-7341-4C41-8514-0B9A72BB4473}" dt="2023-07-11T08:26:22.692" v="229" actId="14100"/>
          <ac:spMkLst>
            <pc:docMk/>
            <pc:sldMk cId="900054706" sldId="262"/>
            <ac:spMk id="3" creationId="{DA91013C-2871-0E2B-7DCB-78D332E5E95D}"/>
          </ac:spMkLst>
        </pc:spChg>
        <pc:spChg chg="del">
          <ac:chgData name="Muhammad Daniyal Saffi" userId="8d637b81-3ca4-4e79-80f7-60f0996ef63d" providerId="ADAL" clId="{8AA612AD-7341-4C41-8514-0B9A72BB4473}" dt="2023-07-11T08:00:20.355" v="1"/>
          <ac:spMkLst>
            <pc:docMk/>
            <pc:sldMk cId="900054706" sldId="262"/>
            <ac:spMk id="4" creationId="{105BE1AE-D907-7DAB-5299-4A09315F55A8}"/>
          </ac:spMkLst>
        </pc:spChg>
        <pc:spChg chg="mod">
          <ac:chgData name="Muhammad Daniyal Saffi" userId="8d637b81-3ca4-4e79-80f7-60f0996ef63d" providerId="ADAL" clId="{8AA612AD-7341-4C41-8514-0B9A72BB4473}" dt="2023-07-11T08:18:57.769" v="121"/>
          <ac:spMkLst>
            <pc:docMk/>
            <pc:sldMk cId="900054706" sldId="262"/>
            <ac:spMk id="6" creationId="{C7073975-2EE5-556C-A899-C1A3D713A9DF}"/>
          </ac:spMkLst>
        </pc:spChg>
        <pc:spChg chg="mod">
          <ac:chgData name="Muhammad Daniyal Saffi" userId="8d637b81-3ca4-4e79-80f7-60f0996ef63d" providerId="ADAL" clId="{8AA612AD-7341-4C41-8514-0B9A72BB4473}" dt="2023-07-11T08:24:54.536" v="198" actId="20577"/>
          <ac:spMkLst>
            <pc:docMk/>
            <pc:sldMk cId="900054706" sldId="262"/>
            <ac:spMk id="8" creationId="{F2D8ADBD-8246-73D7-6FE3-06B3386BCE63}"/>
          </ac:spMkLst>
        </pc:spChg>
        <pc:spChg chg="add">
          <ac:chgData name="Muhammad Daniyal Saffi" userId="8d637b81-3ca4-4e79-80f7-60f0996ef63d" providerId="ADAL" clId="{8AA612AD-7341-4C41-8514-0B9A72BB4473}" dt="2023-07-11T08:11:45.646" v="68" actId="26606"/>
          <ac:spMkLst>
            <pc:docMk/>
            <pc:sldMk cId="900054706" sldId="262"/>
            <ac:spMk id="12" creationId="{565B2778-6678-45B6-9A79-C0910CFCA012}"/>
          </ac:spMkLst>
        </pc:spChg>
        <pc:spChg chg="add">
          <ac:chgData name="Muhammad Daniyal Saffi" userId="8d637b81-3ca4-4e79-80f7-60f0996ef63d" providerId="ADAL" clId="{8AA612AD-7341-4C41-8514-0B9A72BB4473}" dt="2023-07-11T08:11:45.646" v="68" actId="26606"/>
          <ac:spMkLst>
            <pc:docMk/>
            <pc:sldMk cId="900054706" sldId="262"/>
            <ac:spMk id="14" creationId="{82C57F61-3F6E-4BE5-B964-003AA9B3550A}"/>
          </ac:spMkLst>
        </pc:spChg>
        <pc:spChg chg="del">
          <ac:chgData name="Muhammad Daniyal Saffi" userId="8d637b81-3ca4-4e79-80f7-60f0996ef63d" providerId="ADAL" clId="{8AA612AD-7341-4C41-8514-0B9A72BB4473}" dt="2023-07-11T08:05:53.447" v="12"/>
          <ac:spMkLst>
            <pc:docMk/>
            <pc:sldMk cId="900054706" sldId="262"/>
            <ac:spMk id="19" creationId="{C868C70C-E5C4-CD47-888C-FCB3373B6D38}"/>
          </ac:spMkLst>
        </pc:spChg>
        <pc:spChg chg="del">
          <ac:chgData name="Muhammad Daniyal Saffi" userId="8d637b81-3ca4-4e79-80f7-60f0996ef63d" providerId="ADAL" clId="{8AA612AD-7341-4C41-8514-0B9A72BB4473}" dt="2023-07-11T08:05:53.447" v="12"/>
          <ac:spMkLst>
            <pc:docMk/>
            <pc:sldMk cId="900054706" sldId="262"/>
            <ac:spMk id="21" creationId="{6DA97320-228E-48F3-BCFA-423F983C8557}"/>
          </ac:spMkLst>
        </pc:spChg>
        <pc:spChg chg="del">
          <ac:chgData name="Muhammad Daniyal Saffi" userId="8d637b81-3ca4-4e79-80f7-60f0996ef63d" providerId="ADAL" clId="{8AA612AD-7341-4C41-8514-0B9A72BB4473}" dt="2023-07-11T08:05:53.447" v="12"/>
          <ac:spMkLst>
            <pc:docMk/>
            <pc:sldMk cId="900054706" sldId="262"/>
            <ac:spMk id="23" creationId="{2C9F0975-851A-4FEC-B19A-6EC12C0D540C}"/>
          </ac:spMkLst>
        </pc:spChg>
        <pc:grpChg chg="add mod">
          <ac:chgData name="Muhammad Daniyal Saffi" userId="8d637b81-3ca4-4e79-80f7-60f0996ef63d" providerId="ADAL" clId="{8AA612AD-7341-4C41-8514-0B9A72BB4473}" dt="2023-07-11T08:18:57.769" v="121"/>
          <ac:grpSpMkLst>
            <pc:docMk/>
            <pc:sldMk cId="900054706" sldId="262"/>
            <ac:grpSpMk id="5" creationId="{8564FAD2-55A5-F312-E0DB-BBECED1B3BED}"/>
          </ac:grpSpMkLst>
        </pc:grpChg>
        <pc:picChg chg="mod">
          <ac:chgData name="Muhammad Daniyal Saffi" userId="8d637b81-3ca4-4e79-80f7-60f0996ef63d" providerId="ADAL" clId="{8AA612AD-7341-4C41-8514-0B9A72BB4473}" dt="2023-07-11T08:11:45.646" v="68" actId="26606"/>
          <ac:picMkLst>
            <pc:docMk/>
            <pc:sldMk cId="900054706" sldId="262"/>
            <ac:picMk id="7" creationId="{09742C57-0712-54E7-E862-8F2120CB190E}"/>
          </ac:picMkLst>
        </pc:picChg>
      </pc:sldChg>
      <pc:sldChg chg="addSp delSp modSp mod modTransition delDesignElem">
        <pc:chgData name="Muhammad Daniyal Saffi" userId="8d637b81-3ca4-4e79-80f7-60f0996ef63d" providerId="ADAL" clId="{8AA612AD-7341-4C41-8514-0B9A72BB4473}" dt="2023-07-11T08:24:32.903" v="194" actId="113"/>
        <pc:sldMkLst>
          <pc:docMk/>
          <pc:sldMk cId="678834886" sldId="263"/>
        </pc:sldMkLst>
        <pc:spChg chg="mod">
          <ac:chgData name="Muhammad Daniyal Saffi" userId="8d637b81-3ca4-4e79-80f7-60f0996ef63d" providerId="ADAL" clId="{8AA612AD-7341-4C41-8514-0B9A72BB4473}" dt="2023-07-11T08:23:53.931" v="182" actId="113"/>
          <ac:spMkLst>
            <pc:docMk/>
            <pc:sldMk cId="678834886" sldId="263"/>
            <ac:spMk id="2" creationId="{1587FDE5-31FD-A6E1-931A-C3A71ECF1F4E}"/>
          </ac:spMkLst>
        </pc:spChg>
        <pc:spChg chg="del">
          <ac:chgData name="Muhammad Daniyal Saffi" userId="8d637b81-3ca4-4e79-80f7-60f0996ef63d" providerId="ADAL" clId="{8AA612AD-7341-4C41-8514-0B9A72BB4473}" dt="2023-07-11T08:00:20.355" v="1"/>
          <ac:spMkLst>
            <pc:docMk/>
            <pc:sldMk cId="678834886" sldId="263"/>
            <ac:spMk id="3" creationId="{E3877F15-78E1-081A-F309-C6CDBDFA2945}"/>
          </ac:spMkLst>
        </pc:spChg>
        <pc:spChg chg="mod">
          <ac:chgData name="Muhammad Daniyal Saffi" userId="8d637b81-3ca4-4e79-80f7-60f0996ef63d" providerId="ADAL" clId="{8AA612AD-7341-4C41-8514-0B9A72BB4473}" dt="2023-07-11T08:18:56.109" v="120"/>
          <ac:spMkLst>
            <pc:docMk/>
            <pc:sldMk cId="678834886" sldId="263"/>
            <ac:spMk id="6" creationId="{398D729D-8100-1F14-15E5-AE76132AD122}"/>
          </ac:spMkLst>
        </pc:spChg>
        <pc:spChg chg="mod">
          <ac:chgData name="Muhammad Daniyal Saffi" userId="8d637b81-3ca4-4e79-80f7-60f0996ef63d" providerId="ADAL" clId="{8AA612AD-7341-4C41-8514-0B9A72BB4473}" dt="2023-07-11T08:24:19.610" v="191" actId="20577"/>
          <ac:spMkLst>
            <pc:docMk/>
            <pc:sldMk cId="678834886" sldId="263"/>
            <ac:spMk id="7" creationId="{0A104A28-81C3-3B8E-47C6-57A40F411C6F}"/>
          </ac:spMkLst>
        </pc:spChg>
        <pc:spChg chg="del">
          <ac:chgData name="Muhammad Daniyal Saffi" userId="8d637b81-3ca4-4e79-80f7-60f0996ef63d" providerId="ADAL" clId="{8AA612AD-7341-4C41-8514-0B9A72BB4473}" dt="2023-07-11T08:05:53.447" v="12"/>
          <ac:spMkLst>
            <pc:docMk/>
            <pc:sldMk cId="678834886" sldId="263"/>
            <ac:spMk id="15" creationId="{23BB7E73-E730-42EA-AACE-D1E323EA547E}"/>
          </ac:spMkLst>
        </pc:spChg>
        <pc:spChg chg="del">
          <ac:chgData name="Muhammad Daniyal Saffi" userId="8d637b81-3ca4-4e79-80f7-60f0996ef63d" providerId="ADAL" clId="{8AA612AD-7341-4C41-8514-0B9A72BB4473}" dt="2023-07-11T08:05:53.447" v="12"/>
          <ac:spMkLst>
            <pc:docMk/>
            <pc:sldMk cId="678834886" sldId="263"/>
            <ac:spMk id="16" creationId="{F1F6C2E9-B316-4410-88E5-74F044FC3575}"/>
          </ac:spMkLst>
        </pc:spChg>
        <pc:spChg chg="del">
          <ac:chgData name="Muhammad Daniyal Saffi" userId="8d637b81-3ca4-4e79-80f7-60f0996ef63d" providerId="ADAL" clId="{8AA612AD-7341-4C41-8514-0B9A72BB4473}" dt="2023-07-11T08:05:53.447" v="12"/>
          <ac:spMkLst>
            <pc:docMk/>
            <pc:sldMk cId="678834886" sldId="263"/>
            <ac:spMk id="17" creationId="{83D07262-43A6-451F-9B19-77B943C6399D}"/>
          </ac:spMkLst>
        </pc:spChg>
        <pc:grpChg chg="add mod">
          <ac:chgData name="Muhammad Daniyal Saffi" userId="8d637b81-3ca4-4e79-80f7-60f0996ef63d" providerId="ADAL" clId="{8AA612AD-7341-4C41-8514-0B9A72BB4473}" dt="2023-07-11T08:18:56.109" v="120"/>
          <ac:grpSpMkLst>
            <pc:docMk/>
            <pc:sldMk cId="678834886" sldId="263"/>
            <ac:grpSpMk id="4" creationId="{0023C8BB-593C-9521-BE89-EE631106D0C9}"/>
          </ac:grpSpMkLst>
        </pc:grpChg>
        <pc:graphicFrameChg chg="mod modGraphic">
          <ac:chgData name="Muhammad Daniyal Saffi" userId="8d637b81-3ca4-4e79-80f7-60f0996ef63d" providerId="ADAL" clId="{8AA612AD-7341-4C41-8514-0B9A72BB4473}" dt="2023-07-11T08:24:32.903" v="194" actId="113"/>
          <ac:graphicFrameMkLst>
            <pc:docMk/>
            <pc:sldMk cId="678834886" sldId="263"/>
            <ac:graphicFrameMk id="5" creationId="{940F46D9-7BB7-A61E-1107-6A9EC80DD64C}"/>
          </ac:graphicFrameMkLst>
        </pc:graphicFrameChg>
      </pc:sldChg>
      <pc:sldChg chg="addSp delSp modSp mod modTransition delDesignElem">
        <pc:chgData name="Muhammad Daniyal Saffi" userId="8d637b81-3ca4-4e79-80f7-60f0996ef63d" providerId="ADAL" clId="{8AA612AD-7341-4C41-8514-0B9A72BB4473}" dt="2023-07-11T08:27:04.278" v="238" actId="403"/>
        <pc:sldMkLst>
          <pc:docMk/>
          <pc:sldMk cId="643364319" sldId="264"/>
        </pc:sldMkLst>
        <pc:spChg chg="mod">
          <ac:chgData name="Muhammad Daniyal Saffi" userId="8d637b81-3ca4-4e79-80f7-60f0996ef63d" providerId="ADAL" clId="{8AA612AD-7341-4C41-8514-0B9A72BB4473}" dt="2023-07-11T08:26:53.271" v="232" actId="113"/>
          <ac:spMkLst>
            <pc:docMk/>
            <pc:sldMk cId="643364319" sldId="264"/>
            <ac:spMk id="2" creationId="{B5BAE973-61A0-B2F4-ADFE-1015C28F9457}"/>
          </ac:spMkLst>
        </pc:spChg>
        <pc:spChg chg="del">
          <ac:chgData name="Muhammad Daniyal Saffi" userId="8d637b81-3ca4-4e79-80f7-60f0996ef63d" providerId="ADAL" clId="{8AA612AD-7341-4C41-8514-0B9A72BB4473}" dt="2023-07-11T08:00:20.355" v="1"/>
          <ac:spMkLst>
            <pc:docMk/>
            <pc:sldMk cId="643364319" sldId="264"/>
            <ac:spMk id="3" creationId="{C0D1A18B-A874-2162-36AA-DBF02AB3D221}"/>
          </ac:spMkLst>
        </pc:spChg>
        <pc:spChg chg="mod">
          <ac:chgData name="Muhammad Daniyal Saffi" userId="8d637b81-3ca4-4e79-80f7-60f0996ef63d" providerId="ADAL" clId="{8AA612AD-7341-4C41-8514-0B9A72BB4473}" dt="2023-07-11T08:18:49.839" v="119"/>
          <ac:spMkLst>
            <pc:docMk/>
            <pc:sldMk cId="643364319" sldId="264"/>
            <ac:spMk id="6" creationId="{33CCA72E-A300-0383-AB03-7B4CF80F3577}"/>
          </ac:spMkLst>
        </pc:spChg>
        <pc:spChg chg="mod">
          <ac:chgData name="Muhammad Daniyal Saffi" userId="8d637b81-3ca4-4e79-80f7-60f0996ef63d" providerId="ADAL" clId="{8AA612AD-7341-4C41-8514-0B9A72BB4473}" dt="2023-07-11T08:26:49.109" v="231" actId="20577"/>
          <ac:spMkLst>
            <pc:docMk/>
            <pc:sldMk cId="643364319" sldId="264"/>
            <ac:spMk id="7" creationId="{E3E256FB-9C54-BB07-C39D-1B2C9BCDA957}"/>
          </ac:spMkLst>
        </pc:spChg>
        <pc:spChg chg="mod">
          <ac:chgData name="Muhammad Daniyal Saffi" userId="8d637b81-3ca4-4e79-80f7-60f0996ef63d" providerId="ADAL" clId="{8AA612AD-7341-4C41-8514-0B9A72BB4473}" dt="2023-07-11T08:27:04.278" v="238" actId="403"/>
          <ac:spMkLst>
            <pc:docMk/>
            <pc:sldMk cId="643364319" sldId="264"/>
            <ac:spMk id="45" creationId="{D7BF8914-E180-F950-DC5B-D3B7545A1F08}"/>
          </ac:spMkLst>
        </pc:spChg>
        <pc:spChg chg="del">
          <ac:chgData name="Muhammad Daniyal Saffi" userId="8d637b81-3ca4-4e79-80f7-60f0996ef63d" providerId="ADAL" clId="{8AA612AD-7341-4C41-8514-0B9A72BB4473}" dt="2023-07-11T08:05:53.447" v="12"/>
          <ac:spMkLst>
            <pc:docMk/>
            <pc:sldMk cId="643364319" sldId="264"/>
            <ac:spMk id="48" creationId="{C868C70C-E5C4-CD47-888C-FCB3373B6D38}"/>
          </ac:spMkLst>
        </pc:spChg>
        <pc:spChg chg="del">
          <ac:chgData name="Muhammad Daniyal Saffi" userId="8d637b81-3ca4-4e79-80f7-60f0996ef63d" providerId="ADAL" clId="{8AA612AD-7341-4C41-8514-0B9A72BB4473}" dt="2023-07-11T08:05:53.447" v="12"/>
          <ac:spMkLst>
            <pc:docMk/>
            <pc:sldMk cId="643364319" sldId="264"/>
            <ac:spMk id="50" creationId="{D8C68F39-5E8A-844C-A8FD-394F253C1E5F}"/>
          </ac:spMkLst>
        </pc:spChg>
        <pc:spChg chg="del">
          <ac:chgData name="Muhammad Daniyal Saffi" userId="8d637b81-3ca4-4e79-80f7-60f0996ef63d" providerId="ADAL" clId="{8AA612AD-7341-4C41-8514-0B9A72BB4473}" dt="2023-07-11T08:05:53.447" v="12"/>
          <ac:spMkLst>
            <pc:docMk/>
            <pc:sldMk cId="643364319" sldId="264"/>
            <ac:spMk id="52" creationId="{BC583CEB-AC2B-2640-94F6-5958E6BC5BAB}"/>
          </ac:spMkLst>
        </pc:spChg>
        <pc:grpChg chg="add mod">
          <ac:chgData name="Muhammad Daniyal Saffi" userId="8d637b81-3ca4-4e79-80f7-60f0996ef63d" providerId="ADAL" clId="{8AA612AD-7341-4C41-8514-0B9A72BB4473}" dt="2023-07-11T08:18:49.839" v="119"/>
          <ac:grpSpMkLst>
            <pc:docMk/>
            <pc:sldMk cId="643364319" sldId="264"/>
            <ac:grpSpMk id="4" creationId="{55263A14-63B3-132B-BD48-1A8A98A3AEBF}"/>
          </ac:grpSpMkLst>
        </pc:grpChg>
      </pc:sldChg>
      <pc:sldChg chg="addSp delSp modSp mod modTransition delDesignElem">
        <pc:chgData name="Muhammad Daniyal Saffi" userId="8d637b81-3ca4-4e79-80f7-60f0996ef63d" providerId="ADAL" clId="{8AA612AD-7341-4C41-8514-0B9A72BB4473}" dt="2023-07-11T08:28:23.862" v="301" actId="1076"/>
        <pc:sldMkLst>
          <pc:docMk/>
          <pc:sldMk cId="2754802291" sldId="265"/>
        </pc:sldMkLst>
        <pc:spChg chg="del">
          <ac:chgData name="Muhammad Daniyal Saffi" userId="8d637b81-3ca4-4e79-80f7-60f0996ef63d" providerId="ADAL" clId="{8AA612AD-7341-4C41-8514-0B9A72BB4473}" dt="2023-07-11T08:00:20.355" v="1"/>
          <ac:spMkLst>
            <pc:docMk/>
            <pc:sldMk cId="2754802291" sldId="265"/>
            <ac:spMk id="4" creationId="{02D1EB60-E754-4F33-9A04-99DA92777702}"/>
          </ac:spMkLst>
        </pc:spChg>
        <pc:spChg chg="mod">
          <ac:chgData name="Muhammad Daniyal Saffi" userId="8d637b81-3ca4-4e79-80f7-60f0996ef63d" providerId="ADAL" clId="{8AA612AD-7341-4C41-8514-0B9A72BB4473}" dt="2023-07-11T08:19:01.234" v="122"/>
          <ac:spMkLst>
            <pc:docMk/>
            <pc:sldMk cId="2754802291" sldId="265"/>
            <ac:spMk id="7" creationId="{4BF3BCA4-8B4E-1D98-6FEF-8C88F31B783C}"/>
          </ac:spMkLst>
        </pc:spChg>
        <pc:spChg chg="mod">
          <ac:chgData name="Muhammad Daniyal Saffi" userId="8d637b81-3ca4-4e79-80f7-60f0996ef63d" providerId="ADAL" clId="{8AA612AD-7341-4C41-8514-0B9A72BB4473}" dt="2023-07-11T08:27:20.313" v="240" actId="20577"/>
          <ac:spMkLst>
            <pc:docMk/>
            <pc:sldMk cId="2754802291" sldId="265"/>
            <ac:spMk id="8" creationId="{3709231F-C034-B02C-4E4B-E1B55EE7E345}"/>
          </ac:spMkLst>
        </pc:spChg>
        <pc:spChg chg="del">
          <ac:chgData name="Muhammad Daniyal Saffi" userId="8d637b81-3ca4-4e79-80f7-60f0996ef63d" providerId="ADAL" clId="{8AA612AD-7341-4C41-8514-0B9A72BB4473}" dt="2023-07-11T08:05:53.447" v="12"/>
          <ac:spMkLst>
            <pc:docMk/>
            <pc:sldMk cId="2754802291" sldId="265"/>
            <ac:spMk id="22" creationId="{2D03A0B2-4A2F-D846-A5E6-FB7CB9A031F7}"/>
          </ac:spMkLst>
        </pc:spChg>
        <pc:spChg chg="del">
          <ac:chgData name="Muhammad Daniyal Saffi" userId="8d637b81-3ca4-4e79-80f7-60f0996ef63d" providerId="ADAL" clId="{8AA612AD-7341-4C41-8514-0B9A72BB4473}" dt="2023-07-11T08:05:53.447" v="12"/>
          <ac:spMkLst>
            <pc:docMk/>
            <pc:sldMk cId="2754802291" sldId="265"/>
            <ac:spMk id="24" creationId="{7F573F1D-73A7-FB41-BCAD-FC9AA7DEF4F5}"/>
          </ac:spMkLst>
        </pc:spChg>
        <pc:spChg chg="del">
          <ac:chgData name="Muhammad Daniyal Saffi" userId="8d637b81-3ca4-4e79-80f7-60f0996ef63d" providerId="ADAL" clId="{8AA612AD-7341-4C41-8514-0B9A72BB4473}" dt="2023-07-11T08:05:53.447" v="12"/>
          <ac:spMkLst>
            <pc:docMk/>
            <pc:sldMk cId="2754802291" sldId="265"/>
            <ac:spMk id="26" creationId="{A88F843D-1C1B-C740-AC27-E3238D0F5F47}"/>
          </ac:spMkLst>
        </pc:spChg>
        <pc:spChg chg="del">
          <ac:chgData name="Muhammad Daniyal Saffi" userId="8d637b81-3ca4-4e79-80f7-60f0996ef63d" providerId="ADAL" clId="{8AA612AD-7341-4C41-8514-0B9A72BB4473}" dt="2023-07-11T08:05:53.447" v="12"/>
          <ac:spMkLst>
            <pc:docMk/>
            <pc:sldMk cId="2754802291" sldId="265"/>
            <ac:spMk id="28" creationId="{D5B0F748-7FA7-4DDF-89A3-7F1D8EE1F7C0}"/>
          </ac:spMkLst>
        </pc:spChg>
        <pc:spChg chg="del">
          <ac:chgData name="Muhammad Daniyal Saffi" userId="8d637b81-3ca4-4e79-80f7-60f0996ef63d" providerId="ADAL" clId="{8AA612AD-7341-4C41-8514-0B9A72BB4473}" dt="2023-07-11T08:05:53.447" v="12"/>
          <ac:spMkLst>
            <pc:docMk/>
            <pc:sldMk cId="2754802291" sldId="265"/>
            <ac:spMk id="30" creationId="{1903E872-C07A-4030-B584-D321D40CABB6}"/>
          </ac:spMkLst>
        </pc:spChg>
        <pc:grpChg chg="add mod">
          <ac:chgData name="Muhammad Daniyal Saffi" userId="8d637b81-3ca4-4e79-80f7-60f0996ef63d" providerId="ADAL" clId="{8AA612AD-7341-4C41-8514-0B9A72BB4473}" dt="2023-07-11T08:28:23.862" v="301" actId="1076"/>
          <ac:grpSpMkLst>
            <pc:docMk/>
            <pc:sldMk cId="2754802291" sldId="265"/>
            <ac:grpSpMk id="6" creationId="{0A018827-8BF9-9E5B-5738-AB79736C11C7}"/>
          </ac:grpSpMkLst>
        </pc:grpChg>
      </pc:sldChg>
      <pc:sldChg chg="addSp delSp modSp mod modTransition">
        <pc:chgData name="Muhammad Daniyal Saffi" userId="8d637b81-3ca4-4e79-80f7-60f0996ef63d" providerId="ADAL" clId="{8AA612AD-7341-4C41-8514-0B9A72BB4473}" dt="2023-07-11T08:28:35.761" v="303" actId="20577"/>
        <pc:sldMkLst>
          <pc:docMk/>
          <pc:sldMk cId="4081263231" sldId="266"/>
        </pc:sldMkLst>
        <pc:spChg chg="del">
          <ac:chgData name="Muhammad Daniyal Saffi" userId="8d637b81-3ca4-4e79-80f7-60f0996ef63d" providerId="ADAL" clId="{8AA612AD-7341-4C41-8514-0B9A72BB4473}" dt="2023-07-11T08:00:20.355" v="1"/>
          <ac:spMkLst>
            <pc:docMk/>
            <pc:sldMk cId="4081263231" sldId="266"/>
            <ac:spMk id="3" creationId="{11BEAE84-1C53-3D81-15F5-6F95C7BA80BD}"/>
          </ac:spMkLst>
        </pc:spChg>
        <pc:spChg chg="mod">
          <ac:chgData name="Muhammad Daniyal Saffi" userId="8d637b81-3ca4-4e79-80f7-60f0996ef63d" providerId="ADAL" clId="{8AA612AD-7341-4C41-8514-0B9A72BB4473}" dt="2023-07-11T08:19:02.472" v="123"/>
          <ac:spMkLst>
            <pc:docMk/>
            <pc:sldMk cId="4081263231" sldId="266"/>
            <ac:spMk id="5" creationId="{CA86394A-402E-1AD6-13A0-64618445A186}"/>
          </ac:spMkLst>
        </pc:spChg>
        <pc:spChg chg="mod">
          <ac:chgData name="Muhammad Daniyal Saffi" userId="8d637b81-3ca4-4e79-80f7-60f0996ef63d" providerId="ADAL" clId="{8AA612AD-7341-4C41-8514-0B9A72BB4473}" dt="2023-07-11T08:28:35.761" v="303" actId="20577"/>
          <ac:spMkLst>
            <pc:docMk/>
            <pc:sldMk cId="4081263231" sldId="266"/>
            <ac:spMk id="6" creationId="{CFFF1C49-886B-067F-EF84-9B067BDDB410}"/>
          </ac:spMkLst>
        </pc:spChg>
        <pc:grpChg chg="add mod">
          <ac:chgData name="Muhammad Daniyal Saffi" userId="8d637b81-3ca4-4e79-80f7-60f0996ef63d" providerId="ADAL" clId="{8AA612AD-7341-4C41-8514-0B9A72BB4473}" dt="2023-07-11T08:19:02.472" v="123"/>
          <ac:grpSpMkLst>
            <pc:docMk/>
            <pc:sldMk cId="4081263231" sldId="266"/>
            <ac:grpSpMk id="4" creationId="{D460B8F4-409B-18EC-6F14-0AE8345406EE}"/>
          </ac:grpSpMkLst>
        </pc:grpChg>
      </pc:sldChg>
      <pc:sldChg chg="addSp delSp modSp mod modTransition delDesignElem">
        <pc:chgData name="Muhammad Daniyal Saffi" userId="8d637b81-3ca4-4e79-80f7-60f0996ef63d" providerId="ADAL" clId="{8AA612AD-7341-4C41-8514-0B9A72BB4473}" dt="2023-07-11T08:29:57.791" v="336" actId="404"/>
        <pc:sldMkLst>
          <pc:docMk/>
          <pc:sldMk cId="3027023912" sldId="267"/>
        </pc:sldMkLst>
        <pc:spChg chg="del">
          <ac:chgData name="Muhammad Daniyal Saffi" userId="8d637b81-3ca4-4e79-80f7-60f0996ef63d" providerId="ADAL" clId="{8AA612AD-7341-4C41-8514-0B9A72BB4473}" dt="2023-07-11T08:00:20.355" v="1"/>
          <ac:spMkLst>
            <pc:docMk/>
            <pc:sldMk cId="3027023912" sldId="267"/>
            <ac:spMk id="2" creationId="{1D793539-463E-2B1A-736C-B68D0568D233}"/>
          </ac:spMkLst>
        </pc:spChg>
        <pc:spChg chg="mod">
          <ac:chgData name="Muhammad Daniyal Saffi" userId="8d637b81-3ca4-4e79-80f7-60f0996ef63d" providerId="ADAL" clId="{8AA612AD-7341-4C41-8514-0B9A72BB4473}" dt="2023-07-11T08:19:04.101" v="124"/>
          <ac:spMkLst>
            <pc:docMk/>
            <pc:sldMk cId="3027023912" sldId="267"/>
            <ac:spMk id="4" creationId="{61914A26-081D-7BCA-CE34-32112674B875}"/>
          </ac:spMkLst>
        </pc:spChg>
        <pc:spChg chg="mod">
          <ac:chgData name="Muhammad Daniyal Saffi" userId="8d637b81-3ca4-4e79-80f7-60f0996ef63d" providerId="ADAL" clId="{8AA612AD-7341-4C41-8514-0B9A72BB4473}" dt="2023-07-11T08:29:57.791" v="336" actId="404"/>
          <ac:spMkLst>
            <pc:docMk/>
            <pc:sldMk cId="3027023912" sldId="267"/>
            <ac:spMk id="5" creationId="{2CA18201-2035-85F5-7F5D-BCB578D54E3E}"/>
          </ac:spMkLst>
        </pc:spChg>
        <pc:spChg chg="del">
          <ac:chgData name="Muhammad Daniyal Saffi" userId="8d637b81-3ca4-4e79-80f7-60f0996ef63d" providerId="ADAL" clId="{8AA612AD-7341-4C41-8514-0B9A72BB4473}" dt="2023-07-11T08:05:53.447" v="12"/>
          <ac:spMkLst>
            <pc:docMk/>
            <pc:sldMk cId="3027023912" sldId="267"/>
            <ac:spMk id="22" creationId="{11C15DFD-AB97-AB43-A6C9-2808708C91B4}"/>
          </ac:spMkLst>
        </pc:spChg>
        <pc:spChg chg="del">
          <ac:chgData name="Muhammad Daniyal Saffi" userId="8d637b81-3ca4-4e79-80f7-60f0996ef63d" providerId="ADAL" clId="{8AA612AD-7341-4C41-8514-0B9A72BB4473}" dt="2023-07-11T08:05:53.447" v="12"/>
          <ac:spMkLst>
            <pc:docMk/>
            <pc:sldMk cId="3027023912" sldId="267"/>
            <ac:spMk id="24" creationId="{4A05BA89-ECA6-2247-ABBB-3C67160202E9}"/>
          </ac:spMkLst>
        </pc:spChg>
        <pc:spChg chg="del">
          <ac:chgData name="Muhammad Daniyal Saffi" userId="8d637b81-3ca4-4e79-80f7-60f0996ef63d" providerId="ADAL" clId="{8AA612AD-7341-4C41-8514-0B9A72BB4473}" dt="2023-07-11T08:05:53.447" v="12"/>
          <ac:spMkLst>
            <pc:docMk/>
            <pc:sldMk cId="3027023912" sldId="267"/>
            <ac:spMk id="26" creationId="{C868C70C-E5C4-CD47-888C-FCB3373B6D38}"/>
          </ac:spMkLst>
        </pc:spChg>
        <pc:spChg chg="del">
          <ac:chgData name="Muhammad Daniyal Saffi" userId="8d637b81-3ca4-4e79-80f7-60f0996ef63d" providerId="ADAL" clId="{8AA612AD-7341-4C41-8514-0B9A72BB4473}" dt="2023-07-11T08:05:53.447" v="12"/>
          <ac:spMkLst>
            <pc:docMk/>
            <pc:sldMk cId="3027023912" sldId="267"/>
            <ac:spMk id="28" creationId="{81D80E22-6983-F947-8C7A-2D9E60997068}"/>
          </ac:spMkLst>
        </pc:spChg>
        <pc:spChg chg="del">
          <ac:chgData name="Muhammad Daniyal Saffi" userId="8d637b81-3ca4-4e79-80f7-60f0996ef63d" providerId="ADAL" clId="{8AA612AD-7341-4C41-8514-0B9A72BB4473}" dt="2023-07-11T08:05:53.447" v="12"/>
          <ac:spMkLst>
            <pc:docMk/>
            <pc:sldMk cId="3027023912" sldId="267"/>
            <ac:spMk id="30" creationId="{EFFC7CB6-CC66-BA40-AFA4-7AE998055A6A}"/>
          </ac:spMkLst>
        </pc:spChg>
        <pc:grpChg chg="add mod">
          <ac:chgData name="Muhammad Daniyal Saffi" userId="8d637b81-3ca4-4e79-80f7-60f0996ef63d" providerId="ADAL" clId="{8AA612AD-7341-4C41-8514-0B9A72BB4473}" dt="2023-07-11T08:29:49.460" v="333" actId="1076"/>
          <ac:grpSpMkLst>
            <pc:docMk/>
            <pc:sldMk cId="3027023912" sldId="267"/>
            <ac:grpSpMk id="3" creationId="{0C730E39-8511-86C0-C163-6263D838C45A}"/>
          </ac:grpSpMkLst>
        </pc:grpChg>
      </pc:sldChg>
      <pc:sldChg chg="addSp delSp modSp mod modTransition delDesignElem">
        <pc:chgData name="Muhammad Daniyal Saffi" userId="8d637b81-3ca4-4e79-80f7-60f0996ef63d" providerId="ADAL" clId="{8AA612AD-7341-4C41-8514-0B9A72BB4473}" dt="2023-07-11T08:30:27.692" v="359" actId="20577"/>
        <pc:sldMkLst>
          <pc:docMk/>
          <pc:sldMk cId="1659084857" sldId="268"/>
        </pc:sldMkLst>
        <pc:spChg chg="del">
          <ac:chgData name="Muhammad Daniyal Saffi" userId="8d637b81-3ca4-4e79-80f7-60f0996ef63d" providerId="ADAL" clId="{8AA612AD-7341-4C41-8514-0B9A72BB4473}" dt="2023-07-11T08:00:20.355" v="1"/>
          <ac:spMkLst>
            <pc:docMk/>
            <pc:sldMk cId="1659084857" sldId="268"/>
            <ac:spMk id="2" creationId="{C9C22A10-FDFF-B634-CA5E-12E6E5C7414B}"/>
          </ac:spMkLst>
        </pc:spChg>
        <pc:spChg chg="mod">
          <ac:chgData name="Muhammad Daniyal Saffi" userId="8d637b81-3ca4-4e79-80f7-60f0996ef63d" providerId="ADAL" clId="{8AA612AD-7341-4C41-8514-0B9A72BB4473}" dt="2023-07-11T08:19:08.132" v="125"/>
          <ac:spMkLst>
            <pc:docMk/>
            <pc:sldMk cId="1659084857" sldId="268"/>
            <ac:spMk id="5" creationId="{CBC18F0C-7AB8-3143-FA17-D7BA3F367936}"/>
          </ac:spMkLst>
        </pc:spChg>
        <pc:spChg chg="mod">
          <ac:chgData name="Muhammad Daniyal Saffi" userId="8d637b81-3ca4-4e79-80f7-60f0996ef63d" providerId="ADAL" clId="{8AA612AD-7341-4C41-8514-0B9A72BB4473}" dt="2023-07-11T08:19:08.132" v="125"/>
          <ac:spMkLst>
            <pc:docMk/>
            <pc:sldMk cId="1659084857" sldId="268"/>
            <ac:spMk id="6" creationId="{80DF99EE-2F51-0453-94F7-275691AC51B3}"/>
          </ac:spMkLst>
        </pc:spChg>
        <pc:spChg chg="mod">
          <ac:chgData name="Muhammad Daniyal Saffi" userId="8d637b81-3ca4-4e79-80f7-60f0996ef63d" providerId="ADAL" clId="{8AA612AD-7341-4C41-8514-0B9A72BB4473}" dt="2023-07-11T08:30:11.856" v="337"/>
          <ac:spMkLst>
            <pc:docMk/>
            <pc:sldMk cId="1659084857" sldId="268"/>
            <ac:spMk id="8" creationId="{7DD215D8-8F15-C9C9-554D-ED3E3673329F}"/>
          </ac:spMkLst>
        </pc:spChg>
        <pc:spChg chg="mod">
          <ac:chgData name="Muhammad Daniyal Saffi" userId="8d637b81-3ca4-4e79-80f7-60f0996ef63d" providerId="ADAL" clId="{8AA612AD-7341-4C41-8514-0B9A72BB4473}" dt="2023-07-11T08:30:11.856" v="337"/>
          <ac:spMkLst>
            <pc:docMk/>
            <pc:sldMk cId="1659084857" sldId="268"/>
            <ac:spMk id="9" creationId="{E2C9A3FB-9046-8D98-BAD0-2CE46DE3B5E6}"/>
          </ac:spMkLst>
        </pc:spChg>
        <pc:spChg chg="mod">
          <ac:chgData name="Muhammad Daniyal Saffi" userId="8d637b81-3ca4-4e79-80f7-60f0996ef63d" providerId="ADAL" clId="{8AA612AD-7341-4C41-8514-0B9A72BB4473}" dt="2023-07-11T08:30:17.545" v="340"/>
          <ac:spMkLst>
            <pc:docMk/>
            <pc:sldMk cId="1659084857" sldId="268"/>
            <ac:spMk id="11" creationId="{B194D12A-FFEB-8EE7-452E-F4AD33542E48}"/>
          </ac:spMkLst>
        </pc:spChg>
        <pc:spChg chg="mod">
          <ac:chgData name="Muhammad Daniyal Saffi" userId="8d637b81-3ca4-4e79-80f7-60f0996ef63d" providerId="ADAL" clId="{8AA612AD-7341-4C41-8514-0B9A72BB4473}" dt="2023-07-11T08:30:27.692" v="359" actId="20577"/>
          <ac:spMkLst>
            <pc:docMk/>
            <pc:sldMk cId="1659084857" sldId="268"/>
            <ac:spMk id="12" creationId="{9488CC27-A89F-78C0-20CD-DF6F0930F0FD}"/>
          </ac:spMkLst>
        </pc:spChg>
        <pc:spChg chg="del">
          <ac:chgData name="Muhammad Daniyal Saffi" userId="8d637b81-3ca4-4e79-80f7-60f0996ef63d" providerId="ADAL" clId="{8AA612AD-7341-4C41-8514-0B9A72BB4473}" dt="2023-07-11T08:05:53.447" v="12"/>
          <ac:spMkLst>
            <pc:docMk/>
            <pc:sldMk cId="1659084857" sldId="268"/>
            <ac:spMk id="48" creationId="{C868C70C-E5C4-CD47-888C-FCB3373B6D38}"/>
          </ac:spMkLst>
        </pc:spChg>
        <pc:spChg chg="del">
          <ac:chgData name="Muhammad Daniyal Saffi" userId="8d637b81-3ca4-4e79-80f7-60f0996ef63d" providerId="ADAL" clId="{8AA612AD-7341-4C41-8514-0B9A72BB4473}" dt="2023-07-11T08:05:53.447" v="12"/>
          <ac:spMkLst>
            <pc:docMk/>
            <pc:sldMk cId="1659084857" sldId="268"/>
            <ac:spMk id="50" creationId="{6DA97320-228E-48F3-BCFA-423F983C8557}"/>
          </ac:spMkLst>
        </pc:spChg>
        <pc:spChg chg="del">
          <ac:chgData name="Muhammad Daniyal Saffi" userId="8d637b81-3ca4-4e79-80f7-60f0996ef63d" providerId="ADAL" clId="{8AA612AD-7341-4C41-8514-0B9A72BB4473}" dt="2023-07-11T08:05:53.447" v="12"/>
          <ac:spMkLst>
            <pc:docMk/>
            <pc:sldMk cId="1659084857" sldId="268"/>
            <ac:spMk id="52" creationId="{2C9F0975-851A-4FEC-B19A-6EC12C0D540C}"/>
          </ac:spMkLst>
        </pc:spChg>
        <pc:grpChg chg="add del mod">
          <ac:chgData name="Muhammad Daniyal Saffi" userId="8d637b81-3ca4-4e79-80f7-60f0996ef63d" providerId="ADAL" clId="{8AA612AD-7341-4C41-8514-0B9A72BB4473}" dt="2023-07-11T08:30:16.744" v="339" actId="478"/>
          <ac:grpSpMkLst>
            <pc:docMk/>
            <pc:sldMk cId="1659084857" sldId="268"/>
            <ac:grpSpMk id="3" creationId="{42440A51-1C36-47CD-783E-595F7EDFA899}"/>
          </ac:grpSpMkLst>
        </pc:grpChg>
        <pc:grpChg chg="add del mod">
          <ac:chgData name="Muhammad Daniyal Saffi" userId="8d637b81-3ca4-4e79-80f7-60f0996ef63d" providerId="ADAL" clId="{8AA612AD-7341-4C41-8514-0B9A72BB4473}" dt="2023-07-11T08:30:13.369" v="338"/>
          <ac:grpSpMkLst>
            <pc:docMk/>
            <pc:sldMk cId="1659084857" sldId="268"/>
            <ac:grpSpMk id="7" creationId="{50499B11-498A-D28C-DE79-78A2241DCE0D}"/>
          </ac:grpSpMkLst>
        </pc:grpChg>
        <pc:grpChg chg="add mod">
          <ac:chgData name="Muhammad Daniyal Saffi" userId="8d637b81-3ca4-4e79-80f7-60f0996ef63d" providerId="ADAL" clId="{8AA612AD-7341-4C41-8514-0B9A72BB4473}" dt="2023-07-11T08:30:24.702" v="357" actId="1037"/>
          <ac:grpSpMkLst>
            <pc:docMk/>
            <pc:sldMk cId="1659084857" sldId="268"/>
            <ac:grpSpMk id="10" creationId="{5EA050EB-2B92-3ED7-433B-B2EEFF885115}"/>
          </ac:grpSpMkLst>
        </pc:grpChg>
      </pc:sldChg>
      <pc:sldChg chg="addSp delSp modSp new del mod">
        <pc:chgData name="Muhammad Daniyal Saffi" userId="8d637b81-3ca4-4e79-80f7-60f0996ef63d" providerId="ADAL" clId="{8AA612AD-7341-4C41-8514-0B9A72BB4473}" dt="2023-07-11T08:37:29.244" v="425" actId="47"/>
        <pc:sldMkLst>
          <pc:docMk/>
          <pc:sldMk cId="114505510" sldId="269"/>
        </pc:sldMkLst>
        <pc:spChg chg="mod">
          <ac:chgData name="Muhammad Daniyal Saffi" userId="8d637b81-3ca4-4e79-80f7-60f0996ef63d" providerId="ADAL" clId="{8AA612AD-7341-4C41-8514-0B9A72BB4473}" dt="2023-07-11T08:37:23.992" v="422" actId="14100"/>
          <ac:spMkLst>
            <pc:docMk/>
            <pc:sldMk cId="114505510" sldId="269"/>
            <ac:spMk id="2" creationId="{D0606FB5-6431-4E38-2D7D-A218E3981518}"/>
          </ac:spMkLst>
        </pc:spChg>
        <pc:spChg chg="del">
          <ac:chgData name="Muhammad Daniyal Saffi" userId="8d637b81-3ca4-4e79-80f7-60f0996ef63d" providerId="ADAL" clId="{8AA612AD-7341-4C41-8514-0B9A72BB4473}" dt="2023-07-11T08:33:03.295" v="396"/>
          <ac:spMkLst>
            <pc:docMk/>
            <pc:sldMk cId="114505510" sldId="269"/>
            <ac:spMk id="3" creationId="{46781E0E-EBCC-1E84-4953-0D1BEB0F7AEB}"/>
          </ac:spMkLst>
        </pc:spChg>
        <pc:spChg chg="mod">
          <ac:chgData name="Muhammad Daniyal Saffi" userId="8d637b81-3ca4-4e79-80f7-60f0996ef63d" providerId="ADAL" clId="{8AA612AD-7341-4C41-8514-0B9A72BB4473}" dt="2023-07-11T08:31:25.872" v="373"/>
          <ac:spMkLst>
            <pc:docMk/>
            <pc:sldMk cId="114505510" sldId="269"/>
            <ac:spMk id="5" creationId="{1F8F5B18-7338-5E31-3015-50DC880630BB}"/>
          </ac:spMkLst>
        </pc:spChg>
        <pc:spChg chg="mod">
          <ac:chgData name="Muhammad Daniyal Saffi" userId="8d637b81-3ca4-4e79-80f7-60f0996ef63d" providerId="ADAL" clId="{8AA612AD-7341-4C41-8514-0B9A72BB4473}" dt="2023-07-11T08:31:25.872" v="373"/>
          <ac:spMkLst>
            <pc:docMk/>
            <pc:sldMk cId="114505510" sldId="269"/>
            <ac:spMk id="6" creationId="{279400E8-E86E-EA88-74B8-54B989FD2543}"/>
          </ac:spMkLst>
        </pc:spChg>
        <pc:spChg chg="add del mod">
          <ac:chgData name="Muhammad Daniyal Saffi" userId="8d637b81-3ca4-4e79-80f7-60f0996ef63d" providerId="ADAL" clId="{8AA612AD-7341-4C41-8514-0B9A72BB4473}" dt="2023-07-11T08:33:58.040" v="404"/>
          <ac:spMkLst>
            <pc:docMk/>
            <pc:sldMk cId="114505510" sldId="269"/>
            <ac:spMk id="7" creationId="{FA4E5C04-5ECC-A5C2-CD3A-BC6F02AAA4B8}"/>
          </ac:spMkLst>
        </pc:spChg>
        <pc:spChg chg="add del mod">
          <ac:chgData name="Muhammad Daniyal Saffi" userId="8d637b81-3ca4-4e79-80f7-60f0996ef63d" providerId="ADAL" clId="{8AA612AD-7341-4C41-8514-0B9A72BB4473}" dt="2023-07-11T08:35:52.846" v="414"/>
          <ac:spMkLst>
            <pc:docMk/>
            <pc:sldMk cId="114505510" sldId="269"/>
            <ac:spMk id="8" creationId="{4DA433D2-B55D-0062-8AF2-3A21EFAAA175}"/>
          </ac:spMkLst>
        </pc:spChg>
        <pc:grpChg chg="add mod">
          <ac:chgData name="Muhammad Daniyal Saffi" userId="8d637b81-3ca4-4e79-80f7-60f0996ef63d" providerId="ADAL" clId="{8AA612AD-7341-4C41-8514-0B9A72BB4473}" dt="2023-07-11T08:31:25.872" v="373"/>
          <ac:grpSpMkLst>
            <pc:docMk/>
            <pc:sldMk cId="114505510" sldId="269"/>
            <ac:grpSpMk id="4" creationId="{F7D71204-65E7-C9CA-F4DC-7C78555C0953}"/>
          </ac:grpSpMkLst>
        </pc:grpChg>
        <pc:picChg chg="add del mod">
          <ac:chgData name="Muhammad Daniyal Saffi" userId="8d637b81-3ca4-4e79-80f7-60f0996ef63d" providerId="ADAL" clId="{8AA612AD-7341-4C41-8514-0B9A72BB4473}" dt="2023-07-11T08:33:43.583" v="400" actId="478"/>
          <ac:picMkLst>
            <pc:docMk/>
            <pc:sldMk cId="114505510" sldId="269"/>
            <ac:picMk id="1026" creationId="{F36C9C15-73C4-3AF2-A500-53FBD6E6567D}"/>
          </ac:picMkLst>
        </pc:picChg>
        <pc:picChg chg="add del mod">
          <ac:chgData name="Muhammad Daniyal Saffi" userId="8d637b81-3ca4-4e79-80f7-60f0996ef63d" providerId="ADAL" clId="{8AA612AD-7341-4C41-8514-0B9A72BB4473}" dt="2023-07-11T08:33:55.670" v="403" actId="478"/>
          <ac:picMkLst>
            <pc:docMk/>
            <pc:sldMk cId="114505510" sldId="269"/>
            <ac:picMk id="1028" creationId="{39FBB398-07F4-4B0B-83DC-96E6E61E10E3}"/>
          </ac:picMkLst>
        </pc:picChg>
        <pc:picChg chg="add del mod">
          <ac:chgData name="Muhammad Daniyal Saffi" userId="8d637b81-3ca4-4e79-80f7-60f0996ef63d" providerId="ADAL" clId="{8AA612AD-7341-4C41-8514-0B9A72BB4473}" dt="2023-07-11T08:34:10.010" v="406" actId="478"/>
          <ac:picMkLst>
            <pc:docMk/>
            <pc:sldMk cId="114505510" sldId="269"/>
            <ac:picMk id="1030" creationId="{8003DCBD-68EE-2D05-858F-144AC11A4B40}"/>
          </ac:picMkLst>
        </pc:picChg>
        <pc:picChg chg="add del mod">
          <ac:chgData name="Muhammad Daniyal Saffi" userId="8d637b81-3ca4-4e79-80f7-60f0996ef63d" providerId="ADAL" clId="{8AA612AD-7341-4C41-8514-0B9A72BB4473}" dt="2023-07-11T08:37:24.004" v="424" actId="478"/>
          <ac:picMkLst>
            <pc:docMk/>
            <pc:sldMk cId="114505510" sldId="269"/>
            <ac:picMk id="1032" creationId="{EB0307D7-5796-8D26-E27C-0C143B3016CA}"/>
          </ac:picMkLst>
        </pc:picChg>
        <pc:picChg chg="add del mod">
          <ac:chgData name="Muhammad Daniyal Saffi" userId="8d637b81-3ca4-4e79-80f7-60f0996ef63d" providerId="ADAL" clId="{8AA612AD-7341-4C41-8514-0B9A72BB4473}" dt="2023-07-11T08:35:52.846" v="414"/>
          <ac:picMkLst>
            <pc:docMk/>
            <pc:sldMk cId="114505510" sldId="269"/>
            <ac:picMk id="1034" creationId="{9B5E766C-CAEE-12D1-5095-80294B43A8F0}"/>
          </ac:picMkLst>
        </pc:picChg>
        <pc:picChg chg="add del mod">
          <ac:chgData name="Muhammad Daniyal Saffi" userId="8d637b81-3ca4-4e79-80f7-60f0996ef63d" providerId="ADAL" clId="{8AA612AD-7341-4C41-8514-0B9A72BB4473}" dt="2023-07-11T08:37:23.998" v="423"/>
          <ac:picMkLst>
            <pc:docMk/>
            <pc:sldMk cId="114505510" sldId="269"/>
            <ac:picMk id="1036" creationId="{17C954EE-5297-DAC8-4517-23D6224A54BA}"/>
          </ac:picMkLst>
        </pc:picChg>
      </pc:sldChg>
      <pc:sldChg chg="addSp delSp modSp del mod modTransition">
        <pc:chgData name="Muhammad Daniyal Saffi" userId="8d637b81-3ca4-4e79-80f7-60f0996ef63d" providerId="ADAL" clId="{8AA612AD-7341-4C41-8514-0B9A72BB4473}" dt="2023-07-11T08:31:17.877" v="371" actId="47"/>
        <pc:sldMkLst>
          <pc:docMk/>
          <pc:sldMk cId="543009189" sldId="269"/>
        </pc:sldMkLst>
        <pc:spChg chg="del">
          <ac:chgData name="Muhammad Daniyal Saffi" userId="8d637b81-3ca4-4e79-80f7-60f0996ef63d" providerId="ADAL" clId="{8AA612AD-7341-4C41-8514-0B9A72BB4473}" dt="2023-07-11T08:00:20.355" v="1"/>
          <ac:spMkLst>
            <pc:docMk/>
            <pc:sldMk cId="543009189" sldId="269"/>
            <ac:spMk id="2" creationId="{77793FFE-BF53-5AB0-CDA5-F0116D867458}"/>
          </ac:spMkLst>
        </pc:spChg>
        <pc:spChg chg="mod">
          <ac:chgData name="Muhammad Daniyal Saffi" userId="8d637b81-3ca4-4e79-80f7-60f0996ef63d" providerId="ADAL" clId="{8AA612AD-7341-4C41-8514-0B9A72BB4473}" dt="2023-07-11T08:19:09.996" v="126"/>
          <ac:spMkLst>
            <pc:docMk/>
            <pc:sldMk cId="543009189" sldId="269"/>
            <ac:spMk id="6" creationId="{4E2D4F3A-FD5F-BDC8-CF93-D59CAB20712C}"/>
          </ac:spMkLst>
        </pc:spChg>
        <pc:spChg chg="mod">
          <ac:chgData name="Muhammad Daniyal Saffi" userId="8d637b81-3ca4-4e79-80f7-60f0996ef63d" providerId="ADAL" clId="{8AA612AD-7341-4C41-8514-0B9A72BB4473}" dt="2023-07-11T08:19:09.996" v="126"/>
          <ac:spMkLst>
            <pc:docMk/>
            <pc:sldMk cId="543009189" sldId="269"/>
            <ac:spMk id="7" creationId="{968CF10B-9596-20EF-38C8-7E5A79F7411F}"/>
          </ac:spMkLst>
        </pc:spChg>
        <pc:spChg chg="mod">
          <ac:chgData name="Muhammad Daniyal Saffi" userId="8d637b81-3ca4-4e79-80f7-60f0996ef63d" providerId="ADAL" clId="{8AA612AD-7341-4C41-8514-0B9A72BB4473}" dt="2023-07-11T08:30:34.907" v="361"/>
          <ac:spMkLst>
            <pc:docMk/>
            <pc:sldMk cId="543009189" sldId="269"/>
            <ac:spMk id="9" creationId="{314C7888-1BBD-45B6-2170-531A8D4D755A}"/>
          </ac:spMkLst>
        </pc:spChg>
        <pc:spChg chg="mod">
          <ac:chgData name="Muhammad Daniyal Saffi" userId="8d637b81-3ca4-4e79-80f7-60f0996ef63d" providerId="ADAL" clId="{8AA612AD-7341-4C41-8514-0B9A72BB4473}" dt="2023-07-11T08:30:38.998" v="363" actId="20577"/>
          <ac:spMkLst>
            <pc:docMk/>
            <pc:sldMk cId="543009189" sldId="269"/>
            <ac:spMk id="10" creationId="{F8FB0BAC-259E-06FD-9FC6-7B60C16C3F54}"/>
          </ac:spMkLst>
        </pc:spChg>
        <pc:spChg chg="add mod">
          <ac:chgData name="Muhammad Daniyal Saffi" userId="8d637b81-3ca4-4e79-80f7-60f0996ef63d" providerId="ADAL" clId="{8AA612AD-7341-4C41-8514-0B9A72BB4473}" dt="2023-07-11T08:31:01.853" v="369" actId="478"/>
          <ac:spMkLst>
            <pc:docMk/>
            <pc:sldMk cId="543009189" sldId="269"/>
            <ac:spMk id="12" creationId="{72225DE4-06BB-3DAD-F488-4049FA6D3BDB}"/>
          </ac:spMkLst>
        </pc:spChg>
        <pc:grpChg chg="add del mod">
          <ac:chgData name="Muhammad Daniyal Saffi" userId="8d637b81-3ca4-4e79-80f7-60f0996ef63d" providerId="ADAL" clId="{8AA612AD-7341-4C41-8514-0B9A72BB4473}" dt="2023-07-11T08:30:33.998" v="360" actId="478"/>
          <ac:grpSpMkLst>
            <pc:docMk/>
            <pc:sldMk cId="543009189" sldId="269"/>
            <ac:grpSpMk id="3" creationId="{2CF4EBB9-ACFF-8DA5-BC8E-2B672239F769}"/>
          </ac:grpSpMkLst>
        </pc:grpChg>
        <pc:grpChg chg="add del mod">
          <ac:chgData name="Muhammad Daniyal Saffi" userId="8d637b81-3ca4-4e79-80f7-60f0996ef63d" providerId="ADAL" clId="{8AA612AD-7341-4C41-8514-0B9A72BB4473}" dt="2023-07-11T08:31:12.829" v="370" actId="21"/>
          <ac:grpSpMkLst>
            <pc:docMk/>
            <pc:sldMk cId="543009189" sldId="269"/>
            <ac:grpSpMk id="8" creationId="{EB324D63-7879-1DD8-4D0E-5B094B98EA16}"/>
          </ac:grpSpMkLst>
        </pc:grpChg>
        <pc:picChg chg="del">
          <ac:chgData name="Muhammad Daniyal Saffi" userId="8d637b81-3ca4-4e79-80f7-60f0996ef63d" providerId="ADAL" clId="{8AA612AD-7341-4C41-8514-0B9A72BB4473}" dt="2023-07-11T08:31:01.853" v="369" actId="478"/>
          <ac:picMkLst>
            <pc:docMk/>
            <pc:sldMk cId="543009189" sldId="269"/>
            <ac:picMk id="4" creationId="{1E4FEE76-486E-C785-A0CF-870414F0D755}"/>
          </ac:picMkLst>
        </pc:picChg>
      </pc:sldChg>
      <pc:sldChg chg="addSp delSp modSp new mod setBg">
        <pc:chgData name="Muhammad Daniyal Saffi" userId="8d637b81-3ca4-4e79-80f7-60f0996ef63d" providerId="ADAL" clId="{8AA612AD-7341-4C41-8514-0B9A72BB4473}" dt="2023-07-11T08:41:17.193" v="441" actId="478"/>
        <pc:sldMkLst>
          <pc:docMk/>
          <pc:sldMk cId="4095255755" sldId="269"/>
        </pc:sldMkLst>
        <pc:spChg chg="mod ord">
          <ac:chgData name="Muhammad Daniyal Saffi" userId="8d637b81-3ca4-4e79-80f7-60f0996ef63d" providerId="ADAL" clId="{8AA612AD-7341-4C41-8514-0B9A72BB4473}" dt="2023-07-11T08:39:51.805" v="432" actId="26606"/>
          <ac:spMkLst>
            <pc:docMk/>
            <pc:sldMk cId="4095255755" sldId="269"/>
            <ac:spMk id="2" creationId="{45399E52-6C23-2FBC-04C6-0207CF44D63D}"/>
          </ac:spMkLst>
        </pc:spChg>
        <pc:spChg chg="del">
          <ac:chgData name="Muhammad Daniyal Saffi" userId="8d637b81-3ca4-4e79-80f7-60f0996ef63d" providerId="ADAL" clId="{8AA612AD-7341-4C41-8514-0B9A72BB4473}" dt="2023-07-11T08:38:43.033" v="427" actId="22"/>
          <ac:spMkLst>
            <pc:docMk/>
            <pc:sldMk cId="4095255755" sldId="269"/>
            <ac:spMk id="3" creationId="{D58AB28A-C50C-4F7F-5061-FF78C22185F7}"/>
          </ac:spMkLst>
        </pc:spChg>
        <pc:spChg chg="add del mod ord">
          <ac:chgData name="Muhammad Daniyal Saffi" userId="8d637b81-3ca4-4e79-80f7-60f0996ef63d" providerId="ADAL" clId="{8AA612AD-7341-4C41-8514-0B9A72BB4473}" dt="2023-07-11T08:41:17.193" v="441" actId="478"/>
          <ac:spMkLst>
            <pc:docMk/>
            <pc:sldMk cId="4095255755" sldId="269"/>
            <ac:spMk id="9" creationId="{C2D81637-9700-1D76-3D2D-766FEAE890E8}"/>
          </ac:spMkLst>
        </pc:spChg>
        <pc:spChg chg="add del">
          <ac:chgData name="Muhammad Daniyal Saffi" userId="8d637b81-3ca4-4e79-80f7-60f0996ef63d" providerId="ADAL" clId="{8AA612AD-7341-4C41-8514-0B9A72BB4473}" dt="2023-07-11T08:39:51.805" v="432" actId="26606"/>
          <ac:spMkLst>
            <pc:docMk/>
            <pc:sldMk cId="4095255755" sldId="269"/>
            <ac:spMk id="12" creationId="{0E9B969E-CD96-4162-BA90-449BBDA95EAE}"/>
          </ac:spMkLst>
        </pc:spChg>
        <pc:spChg chg="add del">
          <ac:chgData name="Muhammad Daniyal Saffi" userId="8d637b81-3ca4-4e79-80f7-60f0996ef63d" providerId="ADAL" clId="{8AA612AD-7341-4C41-8514-0B9A72BB4473}" dt="2023-07-11T08:39:51.805" v="432" actId="26606"/>
          <ac:spMkLst>
            <pc:docMk/>
            <pc:sldMk cId="4095255755" sldId="269"/>
            <ac:spMk id="14" creationId="{6B6401A4-FEE5-4976-857C-1FD0CDB2E2DC}"/>
          </ac:spMkLst>
        </pc:spChg>
        <pc:spChg chg="add del">
          <ac:chgData name="Muhammad Daniyal Saffi" userId="8d637b81-3ca4-4e79-80f7-60f0996ef63d" providerId="ADAL" clId="{8AA612AD-7341-4C41-8514-0B9A72BB4473}" dt="2023-07-11T08:39:51.805" v="432" actId="26606"/>
          <ac:spMkLst>
            <pc:docMk/>
            <pc:sldMk cId="4095255755" sldId="269"/>
            <ac:spMk id="16" creationId="{047AF1DF-6993-45FB-92A5-C36B1A680F61}"/>
          </ac:spMkLst>
        </pc:spChg>
        <pc:spChg chg="add">
          <ac:chgData name="Muhammad Daniyal Saffi" userId="8d637b81-3ca4-4e79-80f7-60f0996ef63d" providerId="ADAL" clId="{8AA612AD-7341-4C41-8514-0B9A72BB4473}" dt="2023-07-11T08:39:51.805" v="432" actId="26606"/>
          <ac:spMkLst>
            <pc:docMk/>
            <pc:sldMk cId="4095255755" sldId="269"/>
            <ac:spMk id="21" creationId="{E8370766-CC13-4DF4-AF0A-0E820B8DC824}"/>
          </ac:spMkLst>
        </pc:spChg>
        <pc:spChg chg="add">
          <ac:chgData name="Muhammad Daniyal Saffi" userId="8d637b81-3ca4-4e79-80f7-60f0996ef63d" providerId="ADAL" clId="{8AA612AD-7341-4C41-8514-0B9A72BB4473}" dt="2023-07-11T08:39:51.805" v="432" actId="26606"/>
          <ac:spMkLst>
            <pc:docMk/>
            <pc:sldMk cId="4095255755" sldId="269"/>
            <ac:spMk id="23" creationId="{57B3C4F9-03D9-4B39-9F3C-036654230514}"/>
          </ac:spMkLst>
        </pc:spChg>
        <pc:spChg chg="add">
          <ac:chgData name="Muhammad Daniyal Saffi" userId="8d637b81-3ca4-4e79-80f7-60f0996ef63d" providerId="ADAL" clId="{8AA612AD-7341-4C41-8514-0B9A72BB4473}" dt="2023-07-11T08:39:51.805" v="432" actId="26606"/>
          <ac:spMkLst>
            <pc:docMk/>
            <pc:sldMk cId="4095255755" sldId="269"/>
            <ac:spMk id="25" creationId="{3B61CA66-E7F4-49EC-89DC-F37EE6933403}"/>
          </ac:spMkLst>
        </pc:spChg>
        <pc:spChg chg="add">
          <ac:chgData name="Muhammad Daniyal Saffi" userId="8d637b81-3ca4-4e79-80f7-60f0996ef63d" providerId="ADAL" clId="{8AA612AD-7341-4C41-8514-0B9A72BB4473}" dt="2023-07-11T08:39:51.805" v="432" actId="26606"/>
          <ac:spMkLst>
            <pc:docMk/>
            <pc:sldMk cId="4095255755" sldId="269"/>
            <ac:spMk id="27" creationId="{886ACB74-3D88-4CD7-B619-829D70AD4C1B}"/>
          </ac:spMkLst>
        </pc:spChg>
        <pc:picChg chg="add del mod ord">
          <ac:chgData name="Muhammad Daniyal Saffi" userId="8d637b81-3ca4-4e79-80f7-60f0996ef63d" providerId="ADAL" clId="{8AA612AD-7341-4C41-8514-0B9A72BB4473}" dt="2023-07-11T08:38:59.300" v="429" actId="478"/>
          <ac:picMkLst>
            <pc:docMk/>
            <pc:sldMk cId="4095255755" sldId="269"/>
            <ac:picMk id="5" creationId="{29C75AA2-F0D3-ED9E-CD81-BB1771DA6D92}"/>
          </ac:picMkLst>
        </pc:picChg>
        <pc:picChg chg="add mod">
          <ac:chgData name="Muhammad Daniyal Saffi" userId="8d637b81-3ca4-4e79-80f7-60f0996ef63d" providerId="ADAL" clId="{8AA612AD-7341-4C41-8514-0B9A72BB4473}" dt="2023-07-11T08:40:11.514" v="435" actId="14100"/>
          <ac:picMkLst>
            <pc:docMk/>
            <pc:sldMk cId="4095255755" sldId="269"/>
            <ac:picMk id="7" creationId="{01E106C3-4C04-5AEC-E895-03860BD5E05C}"/>
          </ac:picMkLst>
        </pc:picChg>
      </pc:sldChg>
    </pc:docChg>
  </pc:docChgLst>
</pc:chgInfo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DD4AFC5-0FB4-4EAA-BDFF-6504104F4A0E}" type="doc">
      <dgm:prSet loTypeId="urn:microsoft.com/office/officeart/2005/8/layout/vProcess5" loCatId="process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EA1CBAA-37D9-4B7C-9406-1A07E8A09D5D}">
      <dgm:prSet/>
      <dgm:spPr/>
      <dgm:t>
        <a:bodyPr/>
        <a:lstStyle/>
        <a:p>
          <a:r>
            <a:rPr lang="en-US" b="1" dirty="0">
              <a:solidFill>
                <a:schemeClr val="tx1"/>
              </a:solidFill>
            </a:rPr>
            <a:t>M Daniyal Saffi (BSCS-31)</a:t>
          </a:r>
        </a:p>
      </dgm:t>
    </dgm:pt>
    <dgm:pt modelId="{3CE4806B-B5B4-443A-8FCC-C5C4231A7A1B}" type="parTrans" cxnId="{6E82C427-3FAC-49B7-988F-23342C0BB901}">
      <dgm:prSet/>
      <dgm:spPr/>
      <dgm:t>
        <a:bodyPr/>
        <a:lstStyle/>
        <a:p>
          <a:endParaRPr lang="en-US"/>
        </a:p>
      </dgm:t>
    </dgm:pt>
    <dgm:pt modelId="{5BF10CAE-5AC8-4D2B-9F58-0968ECD0424D}" type="sibTrans" cxnId="{6E82C427-3FAC-49B7-988F-23342C0BB901}">
      <dgm:prSet/>
      <dgm:spPr/>
      <dgm:t>
        <a:bodyPr/>
        <a:lstStyle/>
        <a:p>
          <a:endParaRPr lang="en-US" b="1">
            <a:solidFill>
              <a:schemeClr val="tx1"/>
            </a:solidFill>
          </a:endParaRPr>
        </a:p>
      </dgm:t>
    </dgm:pt>
    <dgm:pt modelId="{EBF825A2-AD33-43F6-9A94-FDD35C39128D}">
      <dgm:prSet/>
      <dgm:spPr/>
      <dgm:t>
        <a:bodyPr/>
        <a:lstStyle/>
        <a:p>
          <a:r>
            <a:rPr lang="en-US" b="1" dirty="0">
              <a:solidFill>
                <a:schemeClr val="tx1"/>
              </a:solidFill>
            </a:rPr>
            <a:t>Muhammad Sajid (BSCS-28)</a:t>
          </a:r>
        </a:p>
      </dgm:t>
    </dgm:pt>
    <dgm:pt modelId="{BD19C419-0886-4583-AC0B-415C4C71F466}" type="parTrans" cxnId="{06AE90A8-8BE3-4793-B281-6B51C5E185DF}">
      <dgm:prSet/>
      <dgm:spPr/>
      <dgm:t>
        <a:bodyPr/>
        <a:lstStyle/>
        <a:p>
          <a:endParaRPr lang="en-US"/>
        </a:p>
      </dgm:t>
    </dgm:pt>
    <dgm:pt modelId="{52FF561C-3F6C-47DF-B997-109B3DC10897}" type="sibTrans" cxnId="{06AE90A8-8BE3-4793-B281-6B51C5E185DF}">
      <dgm:prSet/>
      <dgm:spPr/>
      <dgm:t>
        <a:bodyPr/>
        <a:lstStyle/>
        <a:p>
          <a:endParaRPr lang="en-US" b="1">
            <a:solidFill>
              <a:schemeClr val="tx1"/>
            </a:solidFill>
          </a:endParaRPr>
        </a:p>
      </dgm:t>
    </dgm:pt>
    <dgm:pt modelId="{17292495-43B7-4BFC-94D7-D212A3A367F0}">
      <dgm:prSet/>
      <dgm:spPr/>
      <dgm:t>
        <a:bodyPr/>
        <a:lstStyle/>
        <a:p>
          <a:r>
            <a:rPr lang="en-US" b="1">
              <a:solidFill>
                <a:schemeClr val="tx1"/>
              </a:solidFill>
            </a:rPr>
            <a:t>Course: Analysis of Algorithm </a:t>
          </a:r>
        </a:p>
      </dgm:t>
    </dgm:pt>
    <dgm:pt modelId="{38D29C0A-1353-4BCB-B2C8-F03AB20678FF}" type="parTrans" cxnId="{1A667A49-E454-4332-9FBF-5E3EC0842178}">
      <dgm:prSet/>
      <dgm:spPr/>
      <dgm:t>
        <a:bodyPr/>
        <a:lstStyle/>
        <a:p>
          <a:endParaRPr lang="en-US"/>
        </a:p>
      </dgm:t>
    </dgm:pt>
    <dgm:pt modelId="{94748C40-C01D-4EE2-8FF1-8C6980515D22}" type="sibTrans" cxnId="{1A667A49-E454-4332-9FBF-5E3EC0842178}">
      <dgm:prSet/>
      <dgm:spPr/>
      <dgm:t>
        <a:bodyPr/>
        <a:lstStyle/>
        <a:p>
          <a:endParaRPr lang="en-US" b="1">
            <a:solidFill>
              <a:schemeClr val="tx1"/>
            </a:solidFill>
          </a:endParaRPr>
        </a:p>
      </dgm:t>
    </dgm:pt>
    <dgm:pt modelId="{1A3C58E2-6A44-459F-9439-4CB1E78AE752}">
      <dgm:prSet/>
      <dgm:spPr/>
      <dgm:t>
        <a:bodyPr/>
        <a:lstStyle/>
        <a:p>
          <a:r>
            <a:rPr lang="en-US" b="1">
              <a:solidFill>
                <a:schemeClr val="tx1"/>
              </a:solidFill>
            </a:rPr>
            <a:t>Department of Computer Science</a:t>
          </a:r>
        </a:p>
      </dgm:t>
    </dgm:pt>
    <dgm:pt modelId="{974E1533-5AE5-432F-9E08-0A63E6EFDC0D}" type="parTrans" cxnId="{50AD32F5-2A1E-493C-BC76-3500A0EEA031}">
      <dgm:prSet/>
      <dgm:spPr/>
      <dgm:t>
        <a:bodyPr/>
        <a:lstStyle/>
        <a:p>
          <a:endParaRPr lang="en-US"/>
        </a:p>
      </dgm:t>
    </dgm:pt>
    <dgm:pt modelId="{4AB37D37-4877-41E2-A440-3478FE1F4BBA}" type="sibTrans" cxnId="{50AD32F5-2A1E-493C-BC76-3500A0EEA031}">
      <dgm:prSet/>
      <dgm:spPr/>
      <dgm:t>
        <a:bodyPr/>
        <a:lstStyle/>
        <a:p>
          <a:endParaRPr lang="en-US" b="1">
            <a:solidFill>
              <a:schemeClr val="tx1"/>
            </a:solidFill>
          </a:endParaRPr>
        </a:p>
      </dgm:t>
    </dgm:pt>
    <dgm:pt modelId="{DC8433C2-8D91-49D3-831F-ED87B9661080}">
      <dgm:prSet/>
      <dgm:spPr/>
      <dgm:t>
        <a:bodyPr/>
        <a:lstStyle/>
        <a:p>
          <a:r>
            <a:rPr lang="en-US" b="1">
              <a:solidFill>
                <a:schemeClr val="tx1"/>
              </a:solidFill>
            </a:rPr>
            <a:t>Namal University, Mianwali</a:t>
          </a:r>
        </a:p>
      </dgm:t>
    </dgm:pt>
    <dgm:pt modelId="{7876C88C-593A-4333-AE77-7EBD8ED46BA0}" type="parTrans" cxnId="{384BDC11-03F4-4B8E-85AF-465BA5B7FB12}">
      <dgm:prSet/>
      <dgm:spPr/>
      <dgm:t>
        <a:bodyPr/>
        <a:lstStyle/>
        <a:p>
          <a:endParaRPr lang="en-US"/>
        </a:p>
      </dgm:t>
    </dgm:pt>
    <dgm:pt modelId="{9EC4ED9D-A553-47FB-AD7F-635600EDF61E}" type="sibTrans" cxnId="{384BDC11-03F4-4B8E-85AF-465BA5B7FB12}">
      <dgm:prSet/>
      <dgm:spPr/>
      <dgm:t>
        <a:bodyPr/>
        <a:lstStyle/>
        <a:p>
          <a:endParaRPr lang="en-US"/>
        </a:p>
      </dgm:t>
    </dgm:pt>
    <dgm:pt modelId="{0AF44AA0-0731-4857-96A5-71FB31E4A213}" type="pres">
      <dgm:prSet presAssocID="{8DD4AFC5-0FB4-4EAA-BDFF-6504104F4A0E}" presName="outerComposite" presStyleCnt="0">
        <dgm:presLayoutVars>
          <dgm:chMax val="5"/>
          <dgm:dir/>
          <dgm:resizeHandles val="exact"/>
        </dgm:presLayoutVars>
      </dgm:prSet>
      <dgm:spPr/>
    </dgm:pt>
    <dgm:pt modelId="{E59FA3EE-110F-4395-B293-C28CAC40687B}" type="pres">
      <dgm:prSet presAssocID="{8DD4AFC5-0FB4-4EAA-BDFF-6504104F4A0E}" presName="dummyMaxCanvas" presStyleCnt="0">
        <dgm:presLayoutVars/>
      </dgm:prSet>
      <dgm:spPr/>
    </dgm:pt>
    <dgm:pt modelId="{12ADF28A-7BF9-4264-9C62-B5CDF3FD3945}" type="pres">
      <dgm:prSet presAssocID="{8DD4AFC5-0FB4-4EAA-BDFF-6504104F4A0E}" presName="FiveNodes_1" presStyleLbl="node1" presStyleIdx="0" presStyleCnt="5">
        <dgm:presLayoutVars>
          <dgm:bulletEnabled val="1"/>
        </dgm:presLayoutVars>
      </dgm:prSet>
      <dgm:spPr/>
    </dgm:pt>
    <dgm:pt modelId="{3F2DB709-B808-41B3-9E8E-43C03889A587}" type="pres">
      <dgm:prSet presAssocID="{8DD4AFC5-0FB4-4EAA-BDFF-6504104F4A0E}" presName="FiveNodes_2" presStyleLbl="node1" presStyleIdx="1" presStyleCnt="5">
        <dgm:presLayoutVars>
          <dgm:bulletEnabled val="1"/>
        </dgm:presLayoutVars>
      </dgm:prSet>
      <dgm:spPr/>
    </dgm:pt>
    <dgm:pt modelId="{864E4D78-7AF4-41B4-A5E6-B1FD80B60D85}" type="pres">
      <dgm:prSet presAssocID="{8DD4AFC5-0FB4-4EAA-BDFF-6504104F4A0E}" presName="FiveNodes_3" presStyleLbl="node1" presStyleIdx="2" presStyleCnt="5">
        <dgm:presLayoutVars>
          <dgm:bulletEnabled val="1"/>
        </dgm:presLayoutVars>
      </dgm:prSet>
      <dgm:spPr/>
    </dgm:pt>
    <dgm:pt modelId="{4AD3B71B-DD77-4BD3-B9C7-ED78F2BF8655}" type="pres">
      <dgm:prSet presAssocID="{8DD4AFC5-0FB4-4EAA-BDFF-6504104F4A0E}" presName="FiveNodes_4" presStyleLbl="node1" presStyleIdx="3" presStyleCnt="5">
        <dgm:presLayoutVars>
          <dgm:bulletEnabled val="1"/>
        </dgm:presLayoutVars>
      </dgm:prSet>
      <dgm:spPr/>
    </dgm:pt>
    <dgm:pt modelId="{2B8DE888-F688-40DE-A0FC-0A760D63DE00}" type="pres">
      <dgm:prSet presAssocID="{8DD4AFC5-0FB4-4EAA-BDFF-6504104F4A0E}" presName="FiveNodes_5" presStyleLbl="node1" presStyleIdx="4" presStyleCnt="5">
        <dgm:presLayoutVars>
          <dgm:bulletEnabled val="1"/>
        </dgm:presLayoutVars>
      </dgm:prSet>
      <dgm:spPr/>
    </dgm:pt>
    <dgm:pt modelId="{6E99AF87-22AC-4032-A68A-E5045C40A19C}" type="pres">
      <dgm:prSet presAssocID="{8DD4AFC5-0FB4-4EAA-BDFF-6504104F4A0E}" presName="FiveConn_1-2" presStyleLbl="fgAccFollowNode1" presStyleIdx="0" presStyleCnt="4">
        <dgm:presLayoutVars>
          <dgm:bulletEnabled val="1"/>
        </dgm:presLayoutVars>
      </dgm:prSet>
      <dgm:spPr/>
    </dgm:pt>
    <dgm:pt modelId="{2AD57D27-FBF7-41B0-903F-6D40A94F9782}" type="pres">
      <dgm:prSet presAssocID="{8DD4AFC5-0FB4-4EAA-BDFF-6504104F4A0E}" presName="FiveConn_2-3" presStyleLbl="fgAccFollowNode1" presStyleIdx="1" presStyleCnt="4">
        <dgm:presLayoutVars>
          <dgm:bulletEnabled val="1"/>
        </dgm:presLayoutVars>
      </dgm:prSet>
      <dgm:spPr/>
    </dgm:pt>
    <dgm:pt modelId="{9C71109A-E377-4BB3-A6DA-876E7078FCDD}" type="pres">
      <dgm:prSet presAssocID="{8DD4AFC5-0FB4-4EAA-BDFF-6504104F4A0E}" presName="FiveConn_3-4" presStyleLbl="fgAccFollowNode1" presStyleIdx="2" presStyleCnt="4">
        <dgm:presLayoutVars>
          <dgm:bulletEnabled val="1"/>
        </dgm:presLayoutVars>
      </dgm:prSet>
      <dgm:spPr/>
    </dgm:pt>
    <dgm:pt modelId="{F369F1C1-6577-4849-974B-9A30BB3A5772}" type="pres">
      <dgm:prSet presAssocID="{8DD4AFC5-0FB4-4EAA-BDFF-6504104F4A0E}" presName="FiveConn_4-5" presStyleLbl="fgAccFollowNode1" presStyleIdx="3" presStyleCnt="4">
        <dgm:presLayoutVars>
          <dgm:bulletEnabled val="1"/>
        </dgm:presLayoutVars>
      </dgm:prSet>
      <dgm:spPr/>
    </dgm:pt>
    <dgm:pt modelId="{E859AF98-D9D5-4351-8CA1-6721846F1E1D}" type="pres">
      <dgm:prSet presAssocID="{8DD4AFC5-0FB4-4EAA-BDFF-6504104F4A0E}" presName="FiveNodes_1_text" presStyleLbl="node1" presStyleIdx="4" presStyleCnt="5">
        <dgm:presLayoutVars>
          <dgm:bulletEnabled val="1"/>
        </dgm:presLayoutVars>
      </dgm:prSet>
      <dgm:spPr/>
    </dgm:pt>
    <dgm:pt modelId="{0E73D85D-AC26-476B-830A-6C21AEE44EB6}" type="pres">
      <dgm:prSet presAssocID="{8DD4AFC5-0FB4-4EAA-BDFF-6504104F4A0E}" presName="FiveNodes_2_text" presStyleLbl="node1" presStyleIdx="4" presStyleCnt="5">
        <dgm:presLayoutVars>
          <dgm:bulletEnabled val="1"/>
        </dgm:presLayoutVars>
      </dgm:prSet>
      <dgm:spPr/>
    </dgm:pt>
    <dgm:pt modelId="{8CF775A9-CE78-4C91-B609-CEB169C5913D}" type="pres">
      <dgm:prSet presAssocID="{8DD4AFC5-0FB4-4EAA-BDFF-6504104F4A0E}" presName="FiveNodes_3_text" presStyleLbl="node1" presStyleIdx="4" presStyleCnt="5">
        <dgm:presLayoutVars>
          <dgm:bulletEnabled val="1"/>
        </dgm:presLayoutVars>
      </dgm:prSet>
      <dgm:spPr/>
    </dgm:pt>
    <dgm:pt modelId="{FB232810-FBEA-41A3-8BFE-0E15DB57C484}" type="pres">
      <dgm:prSet presAssocID="{8DD4AFC5-0FB4-4EAA-BDFF-6504104F4A0E}" presName="FiveNodes_4_text" presStyleLbl="node1" presStyleIdx="4" presStyleCnt="5">
        <dgm:presLayoutVars>
          <dgm:bulletEnabled val="1"/>
        </dgm:presLayoutVars>
      </dgm:prSet>
      <dgm:spPr/>
    </dgm:pt>
    <dgm:pt modelId="{35682520-D795-46BD-96CB-B34EE7A87BB2}" type="pres">
      <dgm:prSet presAssocID="{8DD4AFC5-0FB4-4EAA-BDFF-6504104F4A0E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5761F900-86C1-4ED2-B7AA-5F31128A7BB4}" type="presOf" srcId="{EEA1CBAA-37D9-4B7C-9406-1A07E8A09D5D}" destId="{E859AF98-D9D5-4351-8CA1-6721846F1E1D}" srcOrd="1" destOrd="0" presId="urn:microsoft.com/office/officeart/2005/8/layout/vProcess5"/>
    <dgm:cxn modelId="{C7E3D708-1D52-4E00-80AD-EC801398BA9F}" type="presOf" srcId="{17292495-43B7-4BFC-94D7-D212A3A367F0}" destId="{864E4D78-7AF4-41B4-A5E6-B1FD80B60D85}" srcOrd="0" destOrd="0" presId="urn:microsoft.com/office/officeart/2005/8/layout/vProcess5"/>
    <dgm:cxn modelId="{384BDC11-03F4-4B8E-85AF-465BA5B7FB12}" srcId="{8DD4AFC5-0FB4-4EAA-BDFF-6504104F4A0E}" destId="{DC8433C2-8D91-49D3-831F-ED87B9661080}" srcOrd="4" destOrd="0" parTransId="{7876C88C-593A-4333-AE77-7EBD8ED46BA0}" sibTransId="{9EC4ED9D-A553-47FB-AD7F-635600EDF61E}"/>
    <dgm:cxn modelId="{6E82C427-3FAC-49B7-988F-23342C0BB901}" srcId="{8DD4AFC5-0FB4-4EAA-BDFF-6504104F4A0E}" destId="{EEA1CBAA-37D9-4B7C-9406-1A07E8A09D5D}" srcOrd="0" destOrd="0" parTransId="{3CE4806B-B5B4-443A-8FCC-C5C4231A7A1B}" sibTransId="{5BF10CAE-5AC8-4D2B-9F58-0968ECD0424D}"/>
    <dgm:cxn modelId="{C6141E3E-3B88-4B8E-9F64-5ED85D101109}" type="presOf" srcId="{EBF825A2-AD33-43F6-9A94-FDD35C39128D}" destId="{3F2DB709-B808-41B3-9E8E-43C03889A587}" srcOrd="0" destOrd="0" presId="urn:microsoft.com/office/officeart/2005/8/layout/vProcess5"/>
    <dgm:cxn modelId="{22007B5C-487E-4791-A37F-FD8139919E38}" type="presOf" srcId="{EEA1CBAA-37D9-4B7C-9406-1A07E8A09D5D}" destId="{12ADF28A-7BF9-4264-9C62-B5CDF3FD3945}" srcOrd="0" destOrd="0" presId="urn:microsoft.com/office/officeart/2005/8/layout/vProcess5"/>
    <dgm:cxn modelId="{A2E96E41-EF09-4B07-8FAC-0C9B2632BA62}" type="presOf" srcId="{1A3C58E2-6A44-459F-9439-4CB1E78AE752}" destId="{FB232810-FBEA-41A3-8BFE-0E15DB57C484}" srcOrd="1" destOrd="0" presId="urn:microsoft.com/office/officeart/2005/8/layout/vProcess5"/>
    <dgm:cxn modelId="{AE59B568-3C48-4910-AA77-CDAC9A2C2626}" type="presOf" srcId="{8DD4AFC5-0FB4-4EAA-BDFF-6504104F4A0E}" destId="{0AF44AA0-0731-4857-96A5-71FB31E4A213}" srcOrd="0" destOrd="0" presId="urn:microsoft.com/office/officeart/2005/8/layout/vProcess5"/>
    <dgm:cxn modelId="{1A667A49-E454-4332-9FBF-5E3EC0842178}" srcId="{8DD4AFC5-0FB4-4EAA-BDFF-6504104F4A0E}" destId="{17292495-43B7-4BFC-94D7-D212A3A367F0}" srcOrd="2" destOrd="0" parTransId="{38D29C0A-1353-4BCB-B2C8-F03AB20678FF}" sibTransId="{94748C40-C01D-4EE2-8FF1-8C6980515D22}"/>
    <dgm:cxn modelId="{6BD57D4B-0C40-434E-9C9E-CD16E47D07A3}" type="presOf" srcId="{1A3C58E2-6A44-459F-9439-4CB1E78AE752}" destId="{4AD3B71B-DD77-4BD3-B9C7-ED78F2BF8655}" srcOrd="0" destOrd="0" presId="urn:microsoft.com/office/officeart/2005/8/layout/vProcess5"/>
    <dgm:cxn modelId="{94244171-2085-4D41-8E2D-EA84544A9D13}" type="presOf" srcId="{5BF10CAE-5AC8-4D2B-9F58-0968ECD0424D}" destId="{6E99AF87-22AC-4032-A68A-E5045C40A19C}" srcOrd="0" destOrd="0" presId="urn:microsoft.com/office/officeart/2005/8/layout/vProcess5"/>
    <dgm:cxn modelId="{E1BCE351-B685-4B1A-A6F2-01DC7B433DD7}" type="presOf" srcId="{17292495-43B7-4BFC-94D7-D212A3A367F0}" destId="{8CF775A9-CE78-4C91-B609-CEB169C5913D}" srcOrd="1" destOrd="0" presId="urn:microsoft.com/office/officeart/2005/8/layout/vProcess5"/>
    <dgm:cxn modelId="{9111D088-E320-496D-87DD-5F6239763C74}" type="presOf" srcId="{94748C40-C01D-4EE2-8FF1-8C6980515D22}" destId="{9C71109A-E377-4BB3-A6DA-876E7078FCDD}" srcOrd="0" destOrd="0" presId="urn:microsoft.com/office/officeart/2005/8/layout/vProcess5"/>
    <dgm:cxn modelId="{06AE90A8-8BE3-4793-B281-6B51C5E185DF}" srcId="{8DD4AFC5-0FB4-4EAA-BDFF-6504104F4A0E}" destId="{EBF825A2-AD33-43F6-9A94-FDD35C39128D}" srcOrd="1" destOrd="0" parTransId="{BD19C419-0886-4583-AC0B-415C4C71F466}" sibTransId="{52FF561C-3F6C-47DF-B997-109B3DC10897}"/>
    <dgm:cxn modelId="{71F0E7A8-CBE5-48FB-B748-23BAE0B5AFE4}" type="presOf" srcId="{DC8433C2-8D91-49D3-831F-ED87B9661080}" destId="{2B8DE888-F688-40DE-A0FC-0A760D63DE00}" srcOrd="0" destOrd="0" presId="urn:microsoft.com/office/officeart/2005/8/layout/vProcess5"/>
    <dgm:cxn modelId="{6A610ABC-913F-4542-9D48-29EB3D61C88F}" type="presOf" srcId="{52FF561C-3F6C-47DF-B997-109B3DC10897}" destId="{2AD57D27-FBF7-41B0-903F-6D40A94F9782}" srcOrd="0" destOrd="0" presId="urn:microsoft.com/office/officeart/2005/8/layout/vProcess5"/>
    <dgm:cxn modelId="{631CFAD0-A3E0-4612-80EF-894C3D54A8B3}" type="presOf" srcId="{4AB37D37-4877-41E2-A440-3478FE1F4BBA}" destId="{F369F1C1-6577-4849-974B-9A30BB3A5772}" srcOrd="0" destOrd="0" presId="urn:microsoft.com/office/officeart/2005/8/layout/vProcess5"/>
    <dgm:cxn modelId="{CF3CB1D3-1D9C-48E8-9E34-36F88C5CF28A}" type="presOf" srcId="{EBF825A2-AD33-43F6-9A94-FDD35C39128D}" destId="{0E73D85D-AC26-476B-830A-6C21AEE44EB6}" srcOrd="1" destOrd="0" presId="urn:microsoft.com/office/officeart/2005/8/layout/vProcess5"/>
    <dgm:cxn modelId="{50AD32F5-2A1E-493C-BC76-3500A0EEA031}" srcId="{8DD4AFC5-0FB4-4EAA-BDFF-6504104F4A0E}" destId="{1A3C58E2-6A44-459F-9439-4CB1E78AE752}" srcOrd="3" destOrd="0" parTransId="{974E1533-5AE5-432F-9E08-0A63E6EFDC0D}" sibTransId="{4AB37D37-4877-41E2-A440-3478FE1F4BBA}"/>
    <dgm:cxn modelId="{62B66EF8-D900-4E18-8F7A-44BC5900881E}" type="presOf" srcId="{DC8433C2-8D91-49D3-831F-ED87B9661080}" destId="{35682520-D795-46BD-96CB-B34EE7A87BB2}" srcOrd="1" destOrd="0" presId="urn:microsoft.com/office/officeart/2005/8/layout/vProcess5"/>
    <dgm:cxn modelId="{AAC22724-8C5E-4085-ACCF-343367E93BE5}" type="presParOf" srcId="{0AF44AA0-0731-4857-96A5-71FB31E4A213}" destId="{E59FA3EE-110F-4395-B293-C28CAC40687B}" srcOrd="0" destOrd="0" presId="urn:microsoft.com/office/officeart/2005/8/layout/vProcess5"/>
    <dgm:cxn modelId="{23410F3C-DD34-47D2-BFEE-4C4339167D34}" type="presParOf" srcId="{0AF44AA0-0731-4857-96A5-71FB31E4A213}" destId="{12ADF28A-7BF9-4264-9C62-B5CDF3FD3945}" srcOrd="1" destOrd="0" presId="urn:microsoft.com/office/officeart/2005/8/layout/vProcess5"/>
    <dgm:cxn modelId="{20C75FB1-0075-49E5-8542-97E027BE59EE}" type="presParOf" srcId="{0AF44AA0-0731-4857-96A5-71FB31E4A213}" destId="{3F2DB709-B808-41B3-9E8E-43C03889A587}" srcOrd="2" destOrd="0" presId="urn:microsoft.com/office/officeart/2005/8/layout/vProcess5"/>
    <dgm:cxn modelId="{008FD927-7D2D-4523-98F3-0E0923FCC314}" type="presParOf" srcId="{0AF44AA0-0731-4857-96A5-71FB31E4A213}" destId="{864E4D78-7AF4-41B4-A5E6-B1FD80B60D85}" srcOrd="3" destOrd="0" presId="urn:microsoft.com/office/officeart/2005/8/layout/vProcess5"/>
    <dgm:cxn modelId="{AE3D003D-FBDF-47FC-B508-4EAE5C65C621}" type="presParOf" srcId="{0AF44AA0-0731-4857-96A5-71FB31E4A213}" destId="{4AD3B71B-DD77-4BD3-B9C7-ED78F2BF8655}" srcOrd="4" destOrd="0" presId="urn:microsoft.com/office/officeart/2005/8/layout/vProcess5"/>
    <dgm:cxn modelId="{2657C258-2869-42F2-BB5D-E3561C031177}" type="presParOf" srcId="{0AF44AA0-0731-4857-96A5-71FB31E4A213}" destId="{2B8DE888-F688-40DE-A0FC-0A760D63DE00}" srcOrd="5" destOrd="0" presId="urn:microsoft.com/office/officeart/2005/8/layout/vProcess5"/>
    <dgm:cxn modelId="{C6C3D619-20B6-4FD0-8E9F-2734E8957EE6}" type="presParOf" srcId="{0AF44AA0-0731-4857-96A5-71FB31E4A213}" destId="{6E99AF87-22AC-4032-A68A-E5045C40A19C}" srcOrd="6" destOrd="0" presId="urn:microsoft.com/office/officeart/2005/8/layout/vProcess5"/>
    <dgm:cxn modelId="{C84B8116-4029-44DE-A1A2-1534984C1DC0}" type="presParOf" srcId="{0AF44AA0-0731-4857-96A5-71FB31E4A213}" destId="{2AD57D27-FBF7-41B0-903F-6D40A94F9782}" srcOrd="7" destOrd="0" presId="urn:microsoft.com/office/officeart/2005/8/layout/vProcess5"/>
    <dgm:cxn modelId="{94D4D432-8793-4AE7-B944-CCE81A73225B}" type="presParOf" srcId="{0AF44AA0-0731-4857-96A5-71FB31E4A213}" destId="{9C71109A-E377-4BB3-A6DA-876E7078FCDD}" srcOrd="8" destOrd="0" presId="urn:microsoft.com/office/officeart/2005/8/layout/vProcess5"/>
    <dgm:cxn modelId="{BA15A5A7-5DAF-4C68-BB79-50DCEBEDEFAD}" type="presParOf" srcId="{0AF44AA0-0731-4857-96A5-71FB31E4A213}" destId="{F369F1C1-6577-4849-974B-9A30BB3A5772}" srcOrd="9" destOrd="0" presId="urn:microsoft.com/office/officeart/2005/8/layout/vProcess5"/>
    <dgm:cxn modelId="{10F0ED04-B9DD-45CB-AA6A-2766CB30A7CE}" type="presParOf" srcId="{0AF44AA0-0731-4857-96A5-71FB31E4A213}" destId="{E859AF98-D9D5-4351-8CA1-6721846F1E1D}" srcOrd="10" destOrd="0" presId="urn:microsoft.com/office/officeart/2005/8/layout/vProcess5"/>
    <dgm:cxn modelId="{C5083DB8-6A5E-4D73-BAE2-2484CFFC6FD5}" type="presParOf" srcId="{0AF44AA0-0731-4857-96A5-71FB31E4A213}" destId="{0E73D85D-AC26-476B-830A-6C21AEE44EB6}" srcOrd="11" destOrd="0" presId="urn:microsoft.com/office/officeart/2005/8/layout/vProcess5"/>
    <dgm:cxn modelId="{E3E87933-6B01-42DA-86F5-BCB608D5BC61}" type="presParOf" srcId="{0AF44AA0-0731-4857-96A5-71FB31E4A213}" destId="{8CF775A9-CE78-4C91-B609-CEB169C5913D}" srcOrd="12" destOrd="0" presId="urn:microsoft.com/office/officeart/2005/8/layout/vProcess5"/>
    <dgm:cxn modelId="{FDEE52DC-DED6-47C6-A7E1-0DBE183874DC}" type="presParOf" srcId="{0AF44AA0-0731-4857-96A5-71FB31E4A213}" destId="{FB232810-FBEA-41A3-8BFE-0E15DB57C484}" srcOrd="13" destOrd="0" presId="urn:microsoft.com/office/officeart/2005/8/layout/vProcess5"/>
    <dgm:cxn modelId="{8116AE1B-6131-4150-9846-5955255483F6}" type="presParOf" srcId="{0AF44AA0-0731-4857-96A5-71FB31E4A213}" destId="{35682520-D795-46BD-96CB-B34EE7A87BB2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E5A11A6-C2B8-4051-8A1C-29DBBA1AF3F1}" type="doc">
      <dgm:prSet loTypeId="urn:microsoft.com/office/officeart/2005/8/layout/default" loCatId="list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2C0C1A19-A122-4220-A81F-4DAA19F120C5}">
      <dgm:prSet/>
      <dgm:spPr>
        <a:solidFill>
          <a:srgbClr val="00FFFF"/>
        </a:solidFill>
      </dgm:spPr>
      <dgm:t>
        <a:bodyPr/>
        <a:lstStyle/>
        <a:p>
          <a:r>
            <a:rPr lang="en-US" b="1">
              <a:solidFill>
                <a:schemeClr val="tx1"/>
              </a:solidFill>
            </a:rPr>
            <a:t>Introduction</a:t>
          </a:r>
        </a:p>
      </dgm:t>
    </dgm:pt>
    <dgm:pt modelId="{16A1B37A-CD24-46ED-9BF7-A862675E624A}" type="parTrans" cxnId="{7381E6DB-AA49-4AE8-B294-95175E9C25BB}">
      <dgm:prSet/>
      <dgm:spPr/>
      <dgm:t>
        <a:bodyPr/>
        <a:lstStyle/>
        <a:p>
          <a:endParaRPr lang="en-US"/>
        </a:p>
      </dgm:t>
    </dgm:pt>
    <dgm:pt modelId="{EB6E0948-E1FA-4693-819C-1C87B9DC5D3E}" type="sibTrans" cxnId="{7381E6DB-AA49-4AE8-B294-95175E9C25BB}">
      <dgm:prSet/>
      <dgm:spPr/>
      <dgm:t>
        <a:bodyPr/>
        <a:lstStyle/>
        <a:p>
          <a:endParaRPr lang="en-US"/>
        </a:p>
      </dgm:t>
    </dgm:pt>
    <dgm:pt modelId="{34C040FE-E3E2-4B35-A506-35FC2C68A992}">
      <dgm:prSet/>
      <dgm:spPr>
        <a:solidFill>
          <a:srgbClr val="00FFFF"/>
        </a:solidFill>
      </dgm:spPr>
      <dgm:t>
        <a:bodyPr/>
        <a:lstStyle/>
        <a:p>
          <a:r>
            <a:rPr lang="en-US" b="1">
              <a:solidFill>
                <a:schemeClr val="tx1"/>
              </a:solidFill>
            </a:rPr>
            <a:t>Aim</a:t>
          </a:r>
        </a:p>
      </dgm:t>
    </dgm:pt>
    <dgm:pt modelId="{42358CE7-4082-4168-B625-A4C757E77780}" type="parTrans" cxnId="{0C35EC33-9AC4-443C-8312-4B2D83DF1F5A}">
      <dgm:prSet/>
      <dgm:spPr/>
      <dgm:t>
        <a:bodyPr/>
        <a:lstStyle/>
        <a:p>
          <a:endParaRPr lang="en-US"/>
        </a:p>
      </dgm:t>
    </dgm:pt>
    <dgm:pt modelId="{1688B6E8-F15F-4D6A-918D-0D07688D7F43}" type="sibTrans" cxnId="{0C35EC33-9AC4-443C-8312-4B2D83DF1F5A}">
      <dgm:prSet/>
      <dgm:spPr/>
      <dgm:t>
        <a:bodyPr/>
        <a:lstStyle/>
        <a:p>
          <a:endParaRPr lang="en-US"/>
        </a:p>
      </dgm:t>
    </dgm:pt>
    <dgm:pt modelId="{11DB0FF0-D5A3-43B2-A5A1-B188522D6AA4}">
      <dgm:prSet/>
      <dgm:spPr>
        <a:solidFill>
          <a:srgbClr val="00FFFF"/>
        </a:solidFill>
      </dgm:spPr>
      <dgm:t>
        <a:bodyPr/>
        <a:lstStyle/>
        <a:p>
          <a:r>
            <a:rPr lang="en-US" b="1">
              <a:solidFill>
                <a:schemeClr val="tx1"/>
              </a:solidFill>
            </a:rPr>
            <a:t>Algorithm Design</a:t>
          </a:r>
        </a:p>
      </dgm:t>
    </dgm:pt>
    <dgm:pt modelId="{83A1B3E6-3273-40C2-8DC8-536F8DC7920C}" type="parTrans" cxnId="{9B21007F-3E9A-478C-B33F-F20C9B1FF726}">
      <dgm:prSet/>
      <dgm:spPr/>
      <dgm:t>
        <a:bodyPr/>
        <a:lstStyle/>
        <a:p>
          <a:endParaRPr lang="en-US"/>
        </a:p>
      </dgm:t>
    </dgm:pt>
    <dgm:pt modelId="{85787D67-8C2B-4139-9324-A62031E65A8A}" type="sibTrans" cxnId="{9B21007F-3E9A-478C-B33F-F20C9B1FF726}">
      <dgm:prSet/>
      <dgm:spPr/>
      <dgm:t>
        <a:bodyPr/>
        <a:lstStyle/>
        <a:p>
          <a:endParaRPr lang="en-US"/>
        </a:p>
      </dgm:t>
    </dgm:pt>
    <dgm:pt modelId="{73C45876-CA2D-4924-B200-B3D9CBB3BE83}">
      <dgm:prSet/>
      <dgm:spPr>
        <a:solidFill>
          <a:srgbClr val="00FFFF"/>
        </a:solidFill>
      </dgm:spPr>
      <dgm:t>
        <a:bodyPr/>
        <a:lstStyle/>
        <a:p>
          <a:r>
            <a:rPr lang="en-US" b="1">
              <a:solidFill>
                <a:schemeClr val="tx1"/>
              </a:solidFill>
            </a:rPr>
            <a:t>Algorithm Analysis</a:t>
          </a:r>
        </a:p>
      </dgm:t>
    </dgm:pt>
    <dgm:pt modelId="{283C0CC4-90F1-4BCF-9AB7-825C717B1816}" type="parTrans" cxnId="{8D1652DB-D17D-45AF-8F0D-A9240F5F339D}">
      <dgm:prSet/>
      <dgm:spPr/>
      <dgm:t>
        <a:bodyPr/>
        <a:lstStyle/>
        <a:p>
          <a:endParaRPr lang="en-US"/>
        </a:p>
      </dgm:t>
    </dgm:pt>
    <dgm:pt modelId="{4CBDE2DE-8D1A-4FB4-875E-1B20FECAD287}" type="sibTrans" cxnId="{8D1652DB-D17D-45AF-8F0D-A9240F5F339D}">
      <dgm:prSet/>
      <dgm:spPr/>
      <dgm:t>
        <a:bodyPr/>
        <a:lstStyle/>
        <a:p>
          <a:endParaRPr lang="en-US"/>
        </a:p>
      </dgm:t>
    </dgm:pt>
    <dgm:pt modelId="{699F3091-4304-42B9-87CA-69F4B5EA9158}">
      <dgm:prSet/>
      <dgm:spPr>
        <a:solidFill>
          <a:srgbClr val="00FFFF"/>
        </a:solidFill>
      </dgm:spPr>
      <dgm:t>
        <a:bodyPr/>
        <a:lstStyle/>
        <a:p>
          <a:r>
            <a:rPr lang="en-US" b="1">
              <a:solidFill>
                <a:schemeClr val="tx1"/>
              </a:solidFill>
            </a:rPr>
            <a:t>Algorithm Execution</a:t>
          </a:r>
        </a:p>
      </dgm:t>
    </dgm:pt>
    <dgm:pt modelId="{5A8D2A44-74DE-460F-83FB-96166175AC72}" type="parTrans" cxnId="{50A3745B-7E93-4302-9670-7A0891BB620C}">
      <dgm:prSet/>
      <dgm:spPr/>
      <dgm:t>
        <a:bodyPr/>
        <a:lstStyle/>
        <a:p>
          <a:endParaRPr lang="en-US"/>
        </a:p>
      </dgm:t>
    </dgm:pt>
    <dgm:pt modelId="{B4EBFEA4-961B-4FE3-996B-01FD59DD04C5}" type="sibTrans" cxnId="{50A3745B-7E93-4302-9670-7A0891BB620C}">
      <dgm:prSet/>
      <dgm:spPr/>
      <dgm:t>
        <a:bodyPr/>
        <a:lstStyle/>
        <a:p>
          <a:endParaRPr lang="en-US"/>
        </a:p>
      </dgm:t>
    </dgm:pt>
    <dgm:pt modelId="{329876C0-F363-4EA2-97CE-499F00AA1273}">
      <dgm:prSet/>
      <dgm:spPr>
        <a:solidFill>
          <a:srgbClr val="00FFFF"/>
        </a:solidFill>
      </dgm:spPr>
      <dgm:t>
        <a:bodyPr/>
        <a:lstStyle/>
        <a:p>
          <a:r>
            <a:rPr lang="en-US" b="1">
              <a:solidFill>
                <a:schemeClr val="tx1"/>
              </a:solidFill>
            </a:rPr>
            <a:t>Code</a:t>
          </a:r>
        </a:p>
      </dgm:t>
    </dgm:pt>
    <dgm:pt modelId="{CFF5EE5F-2048-4BAB-A0AB-0C57E623149A}" type="parTrans" cxnId="{D78994B1-625A-4EFF-8D9A-8DA3AE30BDAE}">
      <dgm:prSet/>
      <dgm:spPr/>
      <dgm:t>
        <a:bodyPr/>
        <a:lstStyle/>
        <a:p>
          <a:endParaRPr lang="en-US"/>
        </a:p>
      </dgm:t>
    </dgm:pt>
    <dgm:pt modelId="{20284AB6-E01F-48BD-8A50-E29D9FF242B6}" type="sibTrans" cxnId="{D78994B1-625A-4EFF-8D9A-8DA3AE30BDAE}">
      <dgm:prSet/>
      <dgm:spPr/>
      <dgm:t>
        <a:bodyPr/>
        <a:lstStyle/>
        <a:p>
          <a:endParaRPr lang="en-US"/>
        </a:p>
      </dgm:t>
    </dgm:pt>
    <dgm:pt modelId="{803DE2B9-7A0A-46F8-94DE-C4A5EE8A6B39}">
      <dgm:prSet/>
      <dgm:spPr>
        <a:solidFill>
          <a:srgbClr val="00FFFF"/>
        </a:solidFill>
      </dgm:spPr>
      <dgm:t>
        <a:bodyPr/>
        <a:lstStyle/>
        <a:p>
          <a:r>
            <a:rPr lang="en-US" b="1" dirty="0">
              <a:solidFill>
                <a:schemeClr val="tx1"/>
              </a:solidFill>
            </a:rPr>
            <a:t>Conclusion</a:t>
          </a:r>
        </a:p>
      </dgm:t>
    </dgm:pt>
    <dgm:pt modelId="{35C0742A-2755-4B35-96C0-A6B1737235E5}" type="parTrans" cxnId="{C8E9AB87-0EC2-4AD1-AB8D-D36F89F13708}">
      <dgm:prSet/>
      <dgm:spPr/>
      <dgm:t>
        <a:bodyPr/>
        <a:lstStyle/>
        <a:p>
          <a:endParaRPr lang="en-US"/>
        </a:p>
      </dgm:t>
    </dgm:pt>
    <dgm:pt modelId="{766ADAB3-A943-474A-B293-12A1DE131BC5}" type="sibTrans" cxnId="{C8E9AB87-0EC2-4AD1-AB8D-D36F89F13708}">
      <dgm:prSet/>
      <dgm:spPr/>
      <dgm:t>
        <a:bodyPr/>
        <a:lstStyle/>
        <a:p>
          <a:endParaRPr lang="en-US"/>
        </a:p>
      </dgm:t>
    </dgm:pt>
    <dgm:pt modelId="{AE7193A5-9E5A-4ECB-A0E0-C5C7005CAC98}" type="pres">
      <dgm:prSet presAssocID="{9E5A11A6-C2B8-4051-8A1C-29DBBA1AF3F1}" presName="diagram" presStyleCnt="0">
        <dgm:presLayoutVars>
          <dgm:dir/>
          <dgm:resizeHandles val="exact"/>
        </dgm:presLayoutVars>
      </dgm:prSet>
      <dgm:spPr/>
    </dgm:pt>
    <dgm:pt modelId="{9821E399-07A2-4468-83C8-926DCE86F09C}" type="pres">
      <dgm:prSet presAssocID="{2C0C1A19-A122-4220-A81F-4DAA19F120C5}" presName="node" presStyleLbl="node1" presStyleIdx="0" presStyleCnt="7">
        <dgm:presLayoutVars>
          <dgm:bulletEnabled val="1"/>
        </dgm:presLayoutVars>
      </dgm:prSet>
      <dgm:spPr/>
    </dgm:pt>
    <dgm:pt modelId="{C92F693F-7D88-483C-83F8-EDA1DA41DDF1}" type="pres">
      <dgm:prSet presAssocID="{EB6E0948-E1FA-4693-819C-1C87B9DC5D3E}" presName="sibTrans" presStyleCnt="0"/>
      <dgm:spPr/>
    </dgm:pt>
    <dgm:pt modelId="{D50949BD-6CAA-4265-9FCE-F28F3390964E}" type="pres">
      <dgm:prSet presAssocID="{34C040FE-E3E2-4B35-A506-35FC2C68A992}" presName="node" presStyleLbl="node1" presStyleIdx="1" presStyleCnt="7">
        <dgm:presLayoutVars>
          <dgm:bulletEnabled val="1"/>
        </dgm:presLayoutVars>
      </dgm:prSet>
      <dgm:spPr/>
    </dgm:pt>
    <dgm:pt modelId="{9614A2BE-DBA2-4846-8B05-1E18581D8007}" type="pres">
      <dgm:prSet presAssocID="{1688B6E8-F15F-4D6A-918D-0D07688D7F43}" presName="sibTrans" presStyleCnt="0"/>
      <dgm:spPr/>
    </dgm:pt>
    <dgm:pt modelId="{8D814D5D-0FB7-4EC0-B89C-E8A7B1DCA303}" type="pres">
      <dgm:prSet presAssocID="{11DB0FF0-D5A3-43B2-A5A1-B188522D6AA4}" presName="node" presStyleLbl="node1" presStyleIdx="2" presStyleCnt="7">
        <dgm:presLayoutVars>
          <dgm:bulletEnabled val="1"/>
        </dgm:presLayoutVars>
      </dgm:prSet>
      <dgm:spPr/>
    </dgm:pt>
    <dgm:pt modelId="{309B03EF-CA62-4DB9-8A16-2BF2B485CCF6}" type="pres">
      <dgm:prSet presAssocID="{85787D67-8C2B-4139-9324-A62031E65A8A}" presName="sibTrans" presStyleCnt="0"/>
      <dgm:spPr/>
    </dgm:pt>
    <dgm:pt modelId="{D0E9B551-8D31-46F4-B958-387A65E4084D}" type="pres">
      <dgm:prSet presAssocID="{73C45876-CA2D-4924-B200-B3D9CBB3BE83}" presName="node" presStyleLbl="node1" presStyleIdx="3" presStyleCnt="7">
        <dgm:presLayoutVars>
          <dgm:bulletEnabled val="1"/>
        </dgm:presLayoutVars>
      </dgm:prSet>
      <dgm:spPr/>
    </dgm:pt>
    <dgm:pt modelId="{A7F6FDA4-8F2C-4D7A-89F4-3F09C220A623}" type="pres">
      <dgm:prSet presAssocID="{4CBDE2DE-8D1A-4FB4-875E-1B20FECAD287}" presName="sibTrans" presStyleCnt="0"/>
      <dgm:spPr/>
    </dgm:pt>
    <dgm:pt modelId="{619435BA-C8EE-495E-9285-E201E1515F69}" type="pres">
      <dgm:prSet presAssocID="{699F3091-4304-42B9-87CA-69F4B5EA9158}" presName="node" presStyleLbl="node1" presStyleIdx="4" presStyleCnt="7">
        <dgm:presLayoutVars>
          <dgm:bulletEnabled val="1"/>
        </dgm:presLayoutVars>
      </dgm:prSet>
      <dgm:spPr/>
    </dgm:pt>
    <dgm:pt modelId="{5666383C-59D4-4146-B186-4F9EFC6C32C5}" type="pres">
      <dgm:prSet presAssocID="{B4EBFEA4-961B-4FE3-996B-01FD59DD04C5}" presName="sibTrans" presStyleCnt="0"/>
      <dgm:spPr/>
    </dgm:pt>
    <dgm:pt modelId="{31B23224-DDD1-4E7B-A01C-05BDF783CA43}" type="pres">
      <dgm:prSet presAssocID="{329876C0-F363-4EA2-97CE-499F00AA1273}" presName="node" presStyleLbl="node1" presStyleIdx="5" presStyleCnt="7">
        <dgm:presLayoutVars>
          <dgm:bulletEnabled val="1"/>
        </dgm:presLayoutVars>
      </dgm:prSet>
      <dgm:spPr/>
    </dgm:pt>
    <dgm:pt modelId="{2D3D77FF-8F89-4D04-AEA7-DF2AD1221103}" type="pres">
      <dgm:prSet presAssocID="{20284AB6-E01F-48BD-8A50-E29D9FF242B6}" presName="sibTrans" presStyleCnt="0"/>
      <dgm:spPr/>
    </dgm:pt>
    <dgm:pt modelId="{D843F839-B78E-4908-87BD-0BA1A27FD555}" type="pres">
      <dgm:prSet presAssocID="{803DE2B9-7A0A-46F8-94DE-C4A5EE8A6B39}" presName="node" presStyleLbl="node1" presStyleIdx="6" presStyleCnt="7">
        <dgm:presLayoutVars>
          <dgm:bulletEnabled val="1"/>
        </dgm:presLayoutVars>
      </dgm:prSet>
      <dgm:spPr/>
    </dgm:pt>
  </dgm:ptLst>
  <dgm:cxnLst>
    <dgm:cxn modelId="{06C58A1A-4C66-4990-A7CA-B0E3A6273309}" type="presOf" srcId="{699F3091-4304-42B9-87CA-69F4B5EA9158}" destId="{619435BA-C8EE-495E-9285-E201E1515F69}" srcOrd="0" destOrd="0" presId="urn:microsoft.com/office/officeart/2005/8/layout/default"/>
    <dgm:cxn modelId="{8D53E72D-ECDB-40DD-A3D1-C83341A6CF81}" type="presOf" srcId="{9E5A11A6-C2B8-4051-8A1C-29DBBA1AF3F1}" destId="{AE7193A5-9E5A-4ECB-A0E0-C5C7005CAC98}" srcOrd="0" destOrd="0" presId="urn:microsoft.com/office/officeart/2005/8/layout/default"/>
    <dgm:cxn modelId="{7456BF2E-CE38-49BF-84F6-4133886DFACD}" type="presOf" srcId="{73C45876-CA2D-4924-B200-B3D9CBB3BE83}" destId="{D0E9B551-8D31-46F4-B958-387A65E4084D}" srcOrd="0" destOrd="0" presId="urn:microsoft.com/office/officeart/2005/8/layout/default"/>
    <dgm:cxn modelId="{0C35EC33-9AC4-443C-8312-4B2D83DF1F5A}" srcId="{9E5A11A6-C2B8-4051-8A1C-29DBBA1AF3F1}" destId="{34C040FE-E3E2-4B35-A506-35FC2C68A992}" srcOrd="1" destOrd="0" parTransId="{42358CE7-4082-4168-B625-A4C757E77780}" sibTransId="{1688B6E8-F15F-4D6A-918D-0D07688D7F43}"/>
    <dgm:cxn modelId="{50A3745B-7E93-4302-9670-7A0891BB620C}" srcId="{9E5A11A6-C2B8-4051-8A1C-29DBBA1AF3F1}" destId="{699F3091-4304-42B9-87CA-69F4B5EA9158}" srcOrd="4" destOrd="0" parTransId="{5A8D2A44-74DE-460F-83FB-96166175AC72}" sibTransId="{B4EBFEA4-961B-4FE3-996B-01FD59DD04C5}"/>
    <dgm:cxn modelId="{9B21007F-3E9A-478C-B33F-F20C9B1FF726}" srcId="{9E5A11A6-C2B8-4051-8A1C-29DBBA1AF3F1}" destId="{11DB0FF0-D5A3-43B2-A5A1-B188522D6AA4}" srcOrd="2" destOrd="0" parTransId="{83A1B3E6-3273-40C2-8DC8-536F8DC7920C}" sibTransId="{85787D67-8C2B-4139-9324-A62031E65A8A}"/>
    <dgm:cxn modelId="{A472F37F-381C-44CC-A8C8-0FFC766B40D8}" type="presOf" srcId="{2C0C1A19-A122-4220-A81F-4DAA19F120C5}" destId="{9821E399-07A2-4468-83C8-926DCE86F09C}" srcOrd="0" destOrd="0" presId="urn:microsoft.com/office/officeart/2005/8/layout/default"/>
    <dgm:cxn modelId="{C8E9AB87-0EC2-4AD1-AB8D-D36F89F13708}" srcId="{9E5A11A6-C2B8-4051-8A1C-29DBBA1AF3F1}" destId="{803DE2B9-7A0A-46F8-94DE-C4A5EE8A6B39}" srcOrd="6" destOrd="0" parTransId="{35C0742A-2755-4B35-96C0-A6B1737235E5}" sibTransId="{766ADAB3-A943-474A-B293-12A1DE131BC5}"/>
    <dgm:cxn modelId="{2AF0E5AD-CB70-4870-A351-A763DC9B4933}" type="presOf" srcId="{11DB0FF0-D5A3-43B2-A5A1-B188522D6AA4}" destId="{8D814D5D-0FB7-4EC0-B89C-E8A7B1DCA303}" srcOrd="0" destOrd="0" presId="urn:microsoft.com/office/officeart/2005/8/layout/default"/>
    <dgm:cxn modelId="{D78994B1-625A-4EFF-8D9A-8DA3AE30BDAE}" srcId="{9E5A11A6-C2B8-4051-8A1C-29DBBA1AF3F1}" destId="{329876C0-F363-4EA2-97CE-499F00AA1273}" srcOrd="5" destOrd="0" parTransId="{CFF5EE5F-2048-4BAB-A0AB-0C57E623149A}" sibTransId="{20284AB6-E01F-48BD-8A50-E29D9FF242B6}"/>
    <dgm:cxn modelId="{2BDD3FBD-ACC5-4B5A-B472-8D7119FE12CC}" type="presOf" srcId="{329876C0-F363-4EA2-97CE-499F00AA1273}" destId="{31B23224-DDD1-4E7B-A01C-05BDF783CA43}" srcOrd="0" destOrd="0" presId="urn:microsoft.com/office/officeart/2005/8/layout/default"/>
    <dgm:cxn modelId="{8D1652DB-D17D-45AF-8F0D-A9240F5F339D}" srcId="{9E5A11A6-C2B8-4051-8A1C-29DBBA1AF3F1}" destId="{73C45876-CA2D-4924-B200-B3D9CBB3BE83}" srcOrd="3" destOrd="0" parTransId="{283C0CC4-90F1-4BCF-9AB7-825C717B1816}" sibTransId="{4CBDE2DE-8D1A-4FB4-875E-1B20FECAD287}"/>
    <dgm:cxn modelId="{7381E6DB-AA49-4AE8-B294-95175E9C25BB}" srcId="{9E5A11A6-C2B8-4051-8A1C-29DBBA1AF3F1}" destId="{2C0C1A19-A122-4220-A81F-4DAA19F120C5}" srcOrd="0" destOrd="0" parTransId="{16A1B37A-CD24-46ED-9BF7-A862675E624A}" sibTransId="{EB6E0948-E1FA-4693-819C-1C87B9DC5D3E}"/>
    <dgm:cxn modelId="{1A90F2FC-DA33-4BEB-A7B3-E9AD327C6E28}" type="presOf" srcId="{34C040FE-E3E2-4B35-A506-35FC2C68A992}" destId="{D50949BD-6CAA-4265-9FCE-F28F3390964E}" srcOrd="0" destOrd="0" presId="urn:microsoft.com/office/officeart/2005/8/layout/default"/>
    <dgm:cxn modelId="{888B24FE-AE2A-4E35-8636-BEF3F131FD54}" type="presOf" srcId="{803DE2B9-7A0A-46F8-94DE-C4A5EE8A6B39}" destId="{D843F839-B78E-4908-87BD-0BA1A27FD555}" srcOrd="0" destOrd="0" presId="urn:microsoft.com/office/officeart/2005/8/layout/default"/>
    <dgm:cxn modelId="{AC484B5B-5923-469B-B561-F81FE1128251}" type="presParOf" srcId="{AE7193A5-9E5A-4ECB-A0E0-C5C7005CAC98}" destId="{9821E399-07A2-4468-83C8-926DCE86F09C}" srcOrd="0" destOrd="0" presId="urn:microsoft.com/office/officeart/2005/8/layout/default"/>
    <dgm:cxn modelId="{71F58020-21A9-44FD-9556-B7285F1EDA95}" type="presParOf" srcId="{AE7193A5-9E5A-4ECB-A0E0-C5C7005CAC98}" destId="{C92F693F-7D88-483C-83F8-EDA1DA41DDF1}" srcOrd="1" destOrd="0" presId="urn:microsoft.com/office/officeart/2005/8/layout/default"/>
    <dgm:cxn modelId="{E12ABBA0-FFD0-4B4E-BF0A-2ACD9173D0E0}" type="presParOf" srcId="{AE7193A5-9E5A-4ECB-A0E0-C5C7005CAC98}" destId="{D50949BD-6CAA-4265-9FCE-F28F3390964E}" srcOrd="2" destOrd="0" presId="urn:microsoft.com/office/officeart/2005/8/layout/default"/>
    <dgm:cxn modelId="{3A13EE90-3DA5-4BC1-A288-8603F2000E4B}" type="presParOf" srcId="{AE7193A5-9E5A-4ECB-A0E0-C5C7005CAC98}" destId="{9614A2BE-DBA2-4846-8B05-1E18581D8007}" srcOrd="3" destOrd="0" presId="urn:microsoft.com/office/officeart/2005/8/layout/default"/>
    <dgm:cxn modelId="{A1ED587B-7C78-4BF7-BA61-797AB64A2FF8}" type="presParOf" srcId="{AE7193A5-9E5A-4ECB-A0E0-C5C7005CAC98}" destId="{8D814D5D-0FB7-4EC0-B89C-E8A7B1DCA303}" srcOrd="4" destOrd="0" presId="urn:microsoft.com/office/officeart/2005/8/layout/default"/>
    <dgm:cxn modelId="{C561F42C-0024-498E-A0C0-AB346FECC7F7}" type="presParOf" srcId="{AE7193A5-9E5A-4ECB-A0E0-C5C7005CAC98}" destId="{309B03EF-CA62-4DB9-8A16-2BF2B485CCF6}" srcOrd="5" destOrd="0" presId="urn:microsoft.com/office/officeart/2005/8/layout/default"/>
    <dgm:cxn modelId="{14616E4D-C629-4794-9E8B-D36B743F7049}" type="presParOf" srcId="{AE7193A5-9E5A-4ECB-A0E0-C5C7005CAC98}" destId="{D0E9B551-8D31-46F4-B958-387A65E4084D}" srcOrd="6" destOrd="0" presId="urn:microsoft.com/office/officeart/2005/8/layout/default"/>
    <dgm:cxn modelId="{8FCAA9C8-2B77-4B3E-A531-542ADC73DD9A}" type="presParOf" srcId="{AE7193A5-9E5A-4ECB-A0E0-C5C7005CAC98}" destId="{A7F6FDA4-8F2C-4D7A-89F4-3F09C220A623}" srcOrd="7" destOrd="0" presId="urn:microsoft.com/office/officeart/2005/8/layout/default"/>
    <dgm:cxn modelId="{025A635C-C58C-4F3D-8438-4F3E5F678C0D}" type="presParOf" srcId="{AE7193A5-9E5A-4ECB-A0E0-C5C7005CAC98}" destId="{619435BA-C8EE-495E-9285-E201E1515F69}" srcOrd="8" destOrd="0" presId="urn:microsoft.com/office/officeart/2005/8/layout/default"/>
    <dgm:cxn modelId="{51A1B04A-9171-45E5-8687-1037F940FC9A}" type="presParOf" srcId="{AE7193A5-9E5A-4ECB-A0E0-C5C7005CAC98}" destId="{5666383C-59D4-4146-B186-4F9EFC6C32C5}" srcOrd="9" destOrd="0" presId="urn:microsoft.com/office/officeart/2005/8/layout/default"/>
    <dgm:cxn modelId="{41FA921D-F825-4F8E-9A6D-B4A8A4A9D082}" type="presParOf" srcId="{AE7193A5-9E5A-4ECB-A0E0-C5C7005CAC98}" destId="{31B23224-DDD1-4E7B-A01C-05BDF783CA43}" srcOrd="10" destOrd="0" presId="urn:microsoft.com/office/officeart/2005/8/layout/default"/>
    <dgm:cxn modelId="{FDC0C7A3-C0D4-4DD6-9A94-7EEE65EEC6B9}" type="presParOf" srcId="{AE7193A5-9E5A-4ECB-A0E0-C5C7005CAC98}" destId="{2D3D77FF-8F89-4D04-AEA7-DF2AD1221103}" srcOrd="11" destOrd="0" presId="urn:microsoft.com/office/officeart/2005/8/layout/default"/>
    <dgm:cxn modelId="{743FBB30-2A71-415F-956B-ACAA030665F3}" type="presParOf" srcId="{AE7193A5-9E5A-4ECB-A0E0-C5C7005CAC98}" destId="{D843F839-B78E-4908-87BD-0BA1A27FD555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A7D606E-74FD-406D-AB7F-3D8C4599BE74}" type="doc">
      <dgm:prSet loTypeId="urn:microsoft.com/office/officeart/2016/7/layout/VerticalSolidActionList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BC7FCBED-5065-4871-92DA-C6CFEBB1CB90}">
      <dgm:prSet custT="1"/>
      <dgm:spPr>
        <a:solidFill>
          <a:srgbClr val="00FFFF"/>
        </a:solidFill>
      </dgm:spPr>
      <dgm:t>
        <a:bodyPr/>
        <a:lstStyle/>
        <a:p>
          <a:pPr>
            <a:lnSpc>
              <a:spcPct val="100000"/>
            </a:lnSpc>
          </a:pPr>
          <a:r>
            <a:rPr lang="en-US" sz="2400" b="1" dirty="0">
              <a:solidFill>
                <a:schemeClr val="tx1"/>
              </a:solidFill>
            </a:rPr>
            <a:t>Implement and analyze</a:t>
          </a:r>
        </a:p>
      </dgm:t>
    </dgm:pt>
    <dgm:pt modelId="{6D75E167-0378-450C-A714-4D4FEFF628BC}" type="parTrans" cxnId="{7F928D87-5B4F-4E12-8110-824860CDFD19}">
      <dgm:prSet/>
      <dgm:spPr/>
      <dgm:t>
        <a:bodyPr/>
        <a:lstStyle/>
        <a:p>
          <a:endParaRPr lang="en-US"/>
        </a:p>
      </dgm:t>
    </dgm:pt>
    <dgm:pt modelId="{26AFBF79-DDD6-456C-847C-6AD31265864F}" type="sibTrans" cxnId="{7F928D87-5B4F-4E12-8110-824860CDFD19}">
      <dgm:prSet/>
      <dgm:spPr/>
      <dgm:t>
        <a:bodyPr/>
        <a:lstStyle/>
        <a:p>
          <a:endParaRPr lang="en-US"/>
        </a:p>
      </dgm:t>
    </dgm:pt>
    <dgm:pt modelId="{6E9E47F8-CDB2-4EFC-BD5D-62E172D2095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1" dirty="0"/>
            <a:t>Implement and analyze the Knapsack Problem algorithm in Python.</a:t>
          </a:r>
        </a:p>
      </dgm:t>
    </dgm:pt>
    <dgm:pt modelId="{1767B297-245C-40A2-8A24-CF3689F8C502}" type="parTrans" cxnId="{423BD357-9F25-436A-BD4D-B7AF1B586840}">
      <dgm:prSet/>
      <dgm:spPr/>
      <dgm:t>
        <a:bodyPr/>
        <a:lstStyle/>
        <a:p>
          <a:endParaRPr lang="en-US"/>
        </a:p>
      </dgm:t>
    </dgm:pt>
    <dgm:pt modelId="{486E41EC-9D68-44CE-A9BB-D6BED7962C91}" type="sibTrans" cxnId="{423BD357-9F25-436A-BD4D-B7AF1B586840}">
      <dgm:prSet/>
      <dgm:spPr/>
      <dgm:t>
        <a:bodyPr/>
        <a:lstStyle/>
        <a:p>
          <a:endParaRPr lang="en-US"/>
        </a:p>
      </dgm:t>
    </dgm:pt>
    <dgm:pt modelId="{F7AA0323-6DBD-4B79-91DE-85F52871C151}">
      <dgm:prSet custT="1"/>
      <dgm:spPr>
        <a:solidFill>
          <a:srgbClr val="00FFFF"/>
        </a:solidFill>
      </dgm:spPr>
      <dgm:t>
        <a:bodyPr/>
        <a:lstStyle/>
        <a:p>
          <a:pPr>
            <a:lnSpc>
              <a:spcPct val="100000"/>
            </a:lnSpc>
          </a:pPr>
          <a:r>
            <a:rPr lang="en-US" sz="2400" b="1">
              <a:solidFill>
                <a:schemeClr val="tx1"/>
              </a:solidFill>
            </a:rPr>
            <a:t>Maximize</a:t>
          </a:r>
        </a:p>
      </dgm:t>
    </dgm:pt>
    <dgm:pt modelId="{34704C1D-6BED-4A4A-B169-6AFE11140C67}" type="parTrans" cxnId="{45293A95-26C0-4EB3-9FEC-F9459C6F0D78}">
      <dgm:prSet/>
      <dgm:spPr/>
      <dgm:t>
        <a:bodyPr/>
        <a:lstStyle/>
        <a:p>
          <a:endParaRPr lang="en-US"/>
        </a:p>
      </dgm:t>
    </dgm:pt>
    <dgm:pt modelId="{063D7115-0C9B-4DDB-9335-C315A726E6A8}" type="sibTrans" cxnId="{45293A95-26C0-4EB3-9FEC-F9459C6F0D78}">
      <dgm:prSet/>
      <dgm:spPr/>
      <dgm:t>
        <a:bodyPr/>
        <a:lstStyle/>
        <a:p>
          <a:endParaRPr lang="en-US"/>
        </a:p>
      </dgm:t>
    </dgm:pt>
    <dgm:pt modelId="{5C6C0585-25D6-4130-94B9-664E0C87A61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1"/>
            <a:t>- Maximize total profit of selected items with a limited knapsack capacity.</a:t>
          </a:r>
        </a:p>
      </dgm:t>
    </dgm:pt>
    <dgm:pt modelId="{C281C2F5-BA3C-4F23-949D-D5F510118C7F}" type="parTrans" cxnId="{C834BF24-1D54-493D-B595-B00DD951D275}">
      <dgm:prSet/>
      <dgm:spPr/>
      <dgm:t>
        <a:bodyPr/>
        <a:lstStyle/>
        <a:p>
          <a:endParaRPr lang="en-US"/>
        </a:p>
      </dgm:t>
    </dgm:pt>
    <dgm:pt modelId="{3421369E-5D4A-46F2-AED6-E1C6C57B0E1A}" type="sibTrans" cxnId="{C834BF24-1D54-493D-B595-B00DD951D275}">
      <dgm:prSet/>
      <dgm:spPr/>
      <dgm:t>
        <a:bodyPr/>
        <a:lstStyle/>
        <a:p>
          <a:endParaRPr lang="en-US"/>
        </a:p>
      </dgm:t>
    </dgm:pt>
    <dgm:pt modelId="{9ABE7406-CBB6-48A9-A034-FEB4ACF8B869}">
      <dgm:prSet custT="1"/>
      <dgm:spPr>
        <a:solidFill>
          <a:srgbClr val="00FFFF"/>
        </a:solidFill>
      </dgm:spPr>
      <dgm:t>
        <a:bodyPr/>
        <a:lstStyle/>
        <a:p>
          <a:pPr>
            <a:lnSpc>
              <a:spcPct val="100000"/>
            </a:lnSpc>
          </a:pPr>
          <a:r>
            <a:rPr lang="en-US" sz="2400" b="1">
              <a:solidFill>
                <a:schemeClr val="tx1"/>
              </a:solidFill>
            </a:rPr>
            <a:t>Focus on</a:t>
          </a:r>
        </a:p>
      </dgm:t>
    </dgm:pt>
    <dgm:pt modelId="{27778136-CF2E-431B-A5A4-A82AB3122282}" type="parTrans" cxnId="{5A839975-5BC4-4F83-90D6-15135606CA93}">
      <dgm:prSet/>
      <dgm:spPr/>
      <dgm:t>
        <a:bodyPr/>
        <a:lstStyle/>
        <a:p>
          <a:endParaRPr lang="en-US"/>
        </a:p>
      </dgm:t>
    </dgm:pt>
    <dgm:pt modelId="{57E77F10-CB43-4A25-80DA-249351F2F6B9}" type="sibTrans" cxnId="{5A839975-5BC4-4F83-90D6-15135606CA93}">
      <dgm:prSet/>
      <dgm:spPr/>
      <dgm:t>
        <a:bodyPr/>
        <a:lstStyle/>
        <a:p>
          <a:endParaRPr lang="en-US"/>
        </a:p>
      </dgm:t>
    </dgm:pt>
    <dgm:pt modelId="{30DD2337-12F4-496B-B922-BC91622AB63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1"/>
            <a:t>- Focus on 0/1 Knapsack and Fractional Knapsack algorithms.</a:t>
          </a:r>
        </a:p>
      </dgm:t>
    </dgm:pt>
    <dgm:pt modelId="{43478E89-3EF6-411D-94CB-45BB6BAA0B63}" type="parTrans" cxnId="{308773C1-15F0-45C6-B61B-F750BCC2D892}">
      <dgm:prSet/>
      <dgm:spPr/>
      <dgm:t>
        <a:bodyPr/>
        <a:lstStyle/>
        <a:p>
          <a:endParaRPr lang="en-US"/>
        </a:p>
      </dgm:t>
    </dgm:pt>
    <dgm:pt modelId="{278E5930-A8F7-4FC0-9663-75816C299570}" type="sibTrans" cxnId="{308773C1-15F0-45C6-B61B-F750BCC2D892}">
      <dgm:prSet/>
      <dgm:spPr/>
      <dgm:t>
        <a:bodyPr/>
        <a:lstStyle/>
        <a:p>
          <a:endParaRPr lang="en-US"/>
        </a:p>
      </dgm:t>
    </dgm:pt>
    <dgm:pt modelId="{4295081E-3A1B-4594-A281-2848AE8AD4F8}">
      <dgm:prSet custT="1"/>
      <dgm:spPr>
        <a:solidFill>
          <a:srgbClr val="00FFFF"/>
        </a:solidFill>
      </dgm:spPr>
      <dgm:t>
        <a:bodyPr/>
        <a:lstStyle/>
        <a:p>
          <a:pPr>
            <a:lnSpc>
              <a:spcPct val="100000"/>
            </a:lnSpc>
          </a:pPr>
          <a:r>
            <a:rPr lang="en-US" sz="2400" b="1">
              <a:solidFill>
                <a:schemeClr val="tx1"/>
              </a:solidFill>
            </a:rPr>
            <a:t>Optimize</a:t>
          </a:r>
        </a:p>
      </dgm:t>
    </dgm:pt>
    <dgm:pt modelId="{B3C8BAD1-D970-445C-BCA2-3B2519A84271}" type="parTrans" cxnId="{4F47CDB7-03AD-4E65-AD36-3C7390C31865}">
      <dgm:prSet/>
      <dgm:spPr/>
      <dgm:t>
        <a:bodyPr/>
        <a:lstStyle/>
        <a:p>
          <a:endParaRPr lang="en-US"/>
        </a:p>
      </dgm:t>
    </dgm:pt>
    <dgm:pt modelId="{3FEAFB9F-1EA8-490D-849B-470E78241754}" type="sibTrans" cxnId="{4F47CDB7-03AD-4E65-AD36-3C7390C31865}">
      <dgm:prSet/>
      <dgm:spPr/>
      <dgm:t>
        <a:bodyPr/>
        <a:lstStyle/>
        <a:p>
          <a:endParaRPr lang="en-US"/>
        </a:p>
      </dgm:t>
    </dgm:pt>
    <dgm:pt modelId="{3928641B-20D5-4945-AE8C-22478CC2121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1"/>
            <a:t>- Optimize item selection based on weights, profits, and capacity constraint.</a:t>
          </a:r>
        </a:p>
      </dgm:t>
    </dgm:pt>
    <dgm:pt modelId="{4519252C-4427-443D-9537-3353A3D32F62}" type="parTrans" cxnId="{BE297F13-2902-4702-9D3A-A943994B2D75}">
      <dgm:prSet/>
      <dgm:spPr/>
      <dgm:t>
        <a:bodyPr/>
        <a:lstStyle/>
        <a:p>
          <a:endParaRPr lang="en-US"/>
        </a:p>
      </dgm:t>
    </dgm:pt>
    <dgm:pt modelId="{0F6BAFC8-42FC-41CC-822A-FE67D78BBAF8}" type="sibTrans" cxnId="{BE297F13-2902-4702-9D3A-A943994B2D75}">
      <dgm:prSet/>
      <dgm:spPr/>
      <dgm:t>
        <a:bodyPr/>
        <a:lstStyle/>
        <a:p>
          <a:endParaRPr lang="en-US"/>
        </a:p>
      </dgm:t>
    </dgm:pt>
    <dgm:pt modelId="{1E8435F2-E6AC-4A27-BA85-17E02F326DC1}" type="pres">
      <dgm:prSet presAssocID="{CA7D606E-74FD-406D-AB7F-3D8C4599BE74}" presName="Name0" presStyleCnt="0">
        <dgm:presLayoutVars>
          <dgm:dir/>
          <dgm:animLvl val="lvl"/>
          <dgm:resizeHandles val="exact"/>
        </dgm:presLayoutVars>
      </dgm:prSet>
      <dgm:spPr/>
    </dgm:pt>
    <dgm:pt modelId="{12A4AF5B-DF87-4462-BEEC-EBB5B4E5EDCB}" type="pres">
      <dgm:prSet presAssocID="{BC7FCBED-5065-4871-92DA-C6CFEBB1CB90}" presName="linNode" presStyleCnt="0"/>
      <dgm:spPr/>
    </dgm:pt>
    <dgm:pt modelId="{1690326E-C9E9-4822-B07E-129B63013582}" type="pres">
      <dgm:prSet presAssocID="{BC7FCBED-5065-4871-92DA-C6CFEBB1CB90}" presName="parentText" presStyleLbl="alignNode1" presStyleIdx="0" presStyleCnt="4">
        <dgm:presLayoutVars>
          <dgm:chMax val="1"/>
          <dgm:bulletEnabled/>
        </dgm:presLayoutVars>
      </dgm:prSet>
      <dgm:spPr/>
    </dgm:pt>
    <dgm:pt modelId="{50AED988-9C06-4643-B2FF-DD24EE4CEAE0}" type="pres">
      <dgm:prSet presAssocID="{BC7FCBED-5065-4871-92DA-C6CFEBB1CB90}" presName="descendantText" presStyleLbl="alignAccFollowNode1" presStyleIdx="0" presStyleCnt="4">
        <dgm:presLayoutVars>
          <dgm:bulletEnabled/>
        </dgm:presLayoutVars>
      </dgm:prSet>
      <dgm:spPr/>
    </dgm:pt>
    <dgm:pt modelId="{7C6BD9C3-5C32-4AC0-A464-4CEDC93AB06B}" type="pres">
      <dgm:prSet presAssocID="{26AFBF79-DDD6-456C-847C-6AD31265864F}" presName="sp" presStyleCnt="0"/>
      <dgm:spPr/>
    </dgm:pt>
    <dgm:pt modelId="{AC27D6DC-2F8F-4121-BBE8-00167989EA10}" type="pres">
      <dgm:prSet presAssocID="{F7AA0323-6DBD-4B79-91DE-85F52871C151}" presName="linNode" presStyleCnt="0"/>
      <dgm:spPr/>
    </dgm:pt>
    <dgm:pt modelId="{F35D7F8E-9666-444B-982E-CFCB44EF7E5D}" type="pres">
      <dgm:prSet presAssocID="{F7AA0323-6DBD-4B79-91DE-85F52871C151}" presName="parentText" presStyleLbl="alignNode1" presStyleIdx="1" presStyleCnt="4">
        <dgm:presLayoutVars>
          <dgm:chMax val="1"/>
          <dgm:bulletEnabled/>
        </dgm:presLayoutVars>
      </dgm:prSet>
      <dgm:spPr/>
    </dgm:pt>
    <dgm:pt modelId="{C24EB011-B308-4364-B35E-7BE7136BE767}" type="pres">
      <dgm:prSet presAssocID="{F7AA0323-6DBD-4B79-91DE-85F52871C151}" presName="descendantText" presStyleLbl="alignAccFollowNode1" presStyleIdx="1" presStyleCnt="4">
        <dgm:presLayoutVars>
          <dgm:bulletEnabled/>
        </dgm:presLayoutVars>
      </dgm:prSet>
      <dgm:spPr/>
    </dgm:pt>
    <dgm:pt modelId="{193A6AD3-7146-4941-8857-4FC6AE43A1BC}" type="pres">
      <dgm:prSet presAssocID="{063D7115-0C9B-4DDB-9335-C315A726E6A8}" presName="sp" presStyleCnt="0"/>
      <dgm:spPr/>
    </dgm:pt>
    <dgm:pt modelId="{34F744CE-B5D8-4815-B4C0-60297B7A0A7D}" type="pres">
      <dgm:prSet presAssocID="{9ABE7406-CBB6-48A9-A034-FEB4ACF8B869}" presName="linNode" presStyleCnt="0"/>
      <dgm:spPr/>
    </dgm:pt>
    <dgm:pt modelId="{C1BEB35E-4675-4CDD-85B4-9054426D362D}" type="pres">
      <dgm:prSet presAssocID="{9ABE7406-CBB6-48A9-A034-FEB4ACF8B869}" presName="parentText" presStyleLbl="alignNode1" presStyleIdx="2" presStyleCnt="4">
        <dgm:presLayoutVars>
          <dgm:chMax val="1"/>
          <dgm:bulletEnabled/>
        </dgm:presLayoutVars>
      </dgm:prSet>
      <dgm:spPr/>
    </dgm:pt>
    <dgm:pt modelId="{80855C59-A2A9-439B-9052-896FAE62B876}" type="pres">
      <dgm:prSet presAssocID="{9ABE7406-CBB6-48A9-A034-FEB4ACF8B869}" presName="descendantText" presStyleLbl="alignAccFollowNode1" presStyleIdx="2" presStyleCnt="4">
        <dgm:presLayoutVars>
          <dgm:bulletEnabled/>
        </dgm:presLayoutVars>
      </dgm:prSet>
      <dgm:spPr/>
    </dgm:pt>
    <dgm:pt modelId="{566C20F0-63EA-449A-B91F-7E31A4FBD81A}" type="pres">
      <dgm:prSet presAssocID="{57E77F10-CB43-4A25-80DA-249351F2F6B9}" presName="sp" presStyleCnt="0"/>
      <dgm:spPr/>
    </dgm:pt>
    <dgm:pt modelId="{40154AD7-09DF-4AA5-84ED-2439AB66A495}" type="pres">
      <dgm:prSet presAssocID="{4295081E-3A1B-4594-A281-2848AE8AD4F8}" presName="linNode" presStyleCnt="0"/>
      <dgm:spPr/>
    </dgm:pt>
    <dgm:pt modelId="{37461F53-448C-4B3C-A490-54F9B6697E32}" type="pres">
      <dgm:prSet presAssocID="{4295081E-3A1B-4594-A281-2848AE8AD4F8}" presName="parentText" presStyleLbl="alignNode1" presStyleIdx="3" presStyleCnt="4">
        <dgm:presLayoutVars>
          <dgm:chMax val="1"/>
          <dgm:bulletEnabled/>
        </dgm:presLayoutVars>
      </dgm:prSet>
      <dgm:spPr/>
    </dgm:pt>
    <dgm:pt modelId="{F7002756-182B-4434-B38A-0200048C730C}" type="pres">
      <dgm:prSet presAssocID="{4295081E-3A1B-4594-A281-2848AE8AD4F8}" presName="descendantText" presStyleLbl="alignAccFollowNode1" presStyleIdx="3" presStyleCnt="4">
        <dgm:presLayoutVars>
          <dgm:bulletEnabled/>
        </dgm:presLayoutVars>
      </dgm:prSet>
      <dgm:spPr/>
    </dgm:pt>
  </dgm:ptLst>
  <dgm:cxnLst>
    <dgm:cxn modelId="{900F9406-3BBA-44B5-B95E-3895735724F1}" type="presOf" srcId="{F7AA0323-6DBD-4B79-91DE-85F52871C151}" destId="{F35D7F8E-9666-444B-982E-CFCB44EF7E5D}" srcOrd="0" destOrd="0" presId="urn:microsoft.com/office/officeart/2016/7/layout/VerticalSolidActionList"/>
    <dgm:cxn modelId="{536D210E-9E49-4086-AA5F-F187F2B81221}" type="presOf" srcId="{CA7D606E-74FD-406D-AB7F-3D8C4599BE74}" destId="{1E8435F2-E6AC-4A27-BA85-17E02F326DC1}" srcOrd="0" destOrd="0" presId="urn:microsoft.com/office/officeart/2016/7/layout/VerticalSolidActionList"/>
    <dgm:cxn modelId="{BE297F13-2902-4702-9D3A-A943994B2D75}" srcId="{4295081E-3A1B-4594-A281-2848AE8AD4F8}" destId="{3928641B-20D5-4945-AE8C-22478CC21212}" srcOrd="0" destOrd="0" parTransId="{4519252C-4427-443D-9537-3353A3D32F62}" sibTransId="{0F6BAFC8-42FC-41CC-822A-FE67D78BBAF8}"/>
    <dgm:cxn modelId="{5A92DC18-453E-4F52-9D5D-5A3661C351C1}" type="presOf" srcId="{5C6C0585-25D6-4130-94B9-664E0C87A618}" destId="{C24EB011-B308-4364-B35E-7BE7136BE767}" srcOrd="0" destOrd="0" presId="urn:microsoft.com/office/officeart/2016/7/layout/VerticalSolidActionList"/>
    <dgm:cxn modelId="{DC41511B-88E8-4D21-88CF-D075E90F8860}" type="presOf" srcId="{4295081E-3A1B-4594-A281-2848AE8AD4F8}" destId="{37461F53-448C-4B3C-A490-54F9B6697E32}" srcOrd="0" destOrd="0" presId="urn:microsoft.com/office/officeart/2016/7/layout/VerticalSolidActionList"/>
    <dgm:cxn modelId="{C834BF24-1D54-493D-B595-B00DD951D275}" srcId="{F7AA0323-6DBD-4B79-91DE-85F52871C151}" destId="{5C6C0585-25D6-4130-94B9-664E0C87A618}" srcOrd="0" destOrd="0" parTransId="{C281C2F5-BA3C-4F23-949D-D5F510118C7F}" sibTransId="{3421369E-5D4A-46F2-AED6-E1C6C57B0E1A}"/>
    <dgm:cxn modelId="{C4D3872D-1504-4118-BD61-5EECA1234B80}" type="presOf" srcId="{9ABE7406-CBB6-48A9-A034-FEB4ACF8B869}" destId="{C1BEB35E-4675-4CDD-85B4-9054426D362D}" srcOrd="0" destOrd="0" presId="urn:microsoft.com/office/officeart/2016/7/layout/VerticalSolidActionList"/>
    <dgm:cxn modelId="{5234D235-789A-4841-BFBF-78E0572DA9B5}" type="presOf" srcId="{30DD2337-12F4-496B-B922-BC91622AB63B}" destId="{80855C59-A2A9-439B-9052-896FAE62B876}" srcOrd="0" destOrd="0" presId="urn:microsoft.com/office/officeart/2016/7/layout/VerticalSolidActionList"/>
    <dgm:cxn modelId="{E7CBF24C-A17E-4E17-A4B8-8A546BE9F9B5}" type="presOf" srcId="{6E9E47F8-CDB2-4EFC-BD5D-62E172D20953}" destId="{50AED988-9C06-4643-B2FF-DD24EE4CEAE0}" srcOrd="0" destOrd="0" presId="urn:microsoft.com/office/officeart/2016/7/layout/VerticalSolidActionList"/>
    <dgm:cxn modelId="{5A839975-5BC4-4F83-90D6-15135606CA93}" srcId="{CA7D606E-74FD-406D-AB7F-3D8C4599BE74}" destId="{9ABE7406-CBB6-48A9-A034-FEB4ACF8B869}" srcOrd="2" destOrd="0" parTransId="{27778136-CF2E-431B-A5A4-A82AB3122282}" sibTransId="{57E77F10-CB43-4A25-80DA-249351F2F6B9}"/>
    <dgm:cxn modelId="{423BD357-9F25-436A-BD4D-B7AF1B586840}" srcId="{BC7FCBED-5065-4871-92DA-C6CFEBB1CB90}" destId="{6E9E47F8-CDB2-4EFC-BD5D-62E172D20953}" srcOrd="0" destOrd="0" parTransId="{1767B297-245C-40A2-8A24-CF3689F8C502}" sibTransId="{486E41EC-9D68-44CE-A9BB-D6BED7962C91}"/>
    <dgm:cxn modelId="{7F928D87-5B4F-4E12-8110-824860CDFD19}" srcId="{CA7D606E-74FD-406D-AB7F-3D8C4599BE74}" destId="{BC7FCBED-5065-4871-92DA-C6CFEBB1CB90}" srcOrd="0" destOrd="0" parTransId="{6D75E167-0378-450C-A714-4D4FEFF628BC}" sibTransId="{26AFBF79-DDD6-456C-847C-6AD31265864F}"/>
    <dgm:cxn modelId="{45293A95-26C0-4EB3-9FEC-F9459C6F0D78}" srcId="{CA7D606E-74FD-406D-AB7F-3D8C4599BE74}" destId="{F7AA0323-6DBD-4B79-91DE-85F52871C151}" srcOrd="1" destOrd="0" parTransId="{34704C1D-6BED-4A4A-B169-6AFE11140C67}" sibTransId="{063D7115-0C9B-4DDB-9335-C315A726E6A8}"/>
    <dgm:cxn modelId="{A80B86B0-DF93-4A34-90A4-B43B79727EB6}" type="presOf" srcId="{3928641B-20D5-4945-AE8C-22478CC21212}" destId="{F7002756-182B-4434-B38A-0200048C730C}" srcOrd="0" destOrd="0" presId="urn:microsoft.com/office/officeart/2016/7/layout/VerticalSolidActionList"/>
    <dgm:cxn modelId="{4F47CDB7-03AD-4E65-AD36-3C7390C31865}" srcId="{CA7D606E-74FD-406D-AB7F-3D8C4599BE74}" destId="{4295081E-3A1B-4594-A281-2848AE8AD4F8}" srcOrd="3" destOrd="0" parTransId="{B3C8BAD1-D970-445C-BCA2-3B2519A84271}" sibTransId="{3FEAFB9F-1EA8-490D-849B-470E78241754}"/>
    <dgm:cxn modelId="{308773C1-15F0-45C6-B61B-F750BCC2D892}" srcId="{9ABE7406-CBB6-48A9-A034-FEB4ACF8B869}" destId="{30DD2337-12F4-496B-B922-BC91622AB63B}" srcOrd="0" destOrd="0" parTransId="{43478E89-3EF6-411D-94CB-45BB6BAA0B63}" sibTransId="{278E5930-A8F7-4FC0-9663-75816C299570}"/>
    <dgm:cxn modelId="{19A869D1-26CF-4A55-8061-8D764C8D3984}" type="presOf" srcId="{BC7FCBED-5065-4871-92DA-C6CFEBB1CB90}" destId="{1690326E-C9E9-4822-B07E-129B63013582}" srcOrd="0" destOrd="0" presId="urn:microsoft.com/office/officeart/2016/7/layout/VerticalSolidActionList"/>
    <dgm:cxn modelId="{D748DB7C-BB7A-4C7C-8F93-7E88F4E577D0}" type="presParOf" srcId="{1E8435F2-E6AC-4A27-BA85-17E02F326DC1}" destId="{12A4AF5B-DF87-4462-BEEC-EBB5B4E5EDCB}" srcOrd="0" destOrd="0" presId="urn:microsoft.com/office/officeart/2016/7/layout/VerticalSolidActionList"/>
    <dgm:cxn modelId="{404C2F93-A46C-4CA0-B536-C8A371B72A0A}" type="presParOf" srcId="{12A4AF5B-DF87-4462-BEEC-EBB5B4E5EDCB}" destId="{1690326E-C9E9-4822-B07E-129B63013582}" srcOrd="0" destOrd="0" presId="urn:microsoft.com/office/officeart/2016/7/layout/VerticalSolidActionList"/>
    <dgm:cxn modelId="{1FBE9C90-EB4B-4D3C-8441-9FE35A81C16A}" type="presParOf" srcId="{12A4AF5B-DF87-4462-BEEC-EBB5B4E5EDCB}" destId="{50AED988-9C06-4643-B2FF-DD24EE4CEAE0}" srcOrd="1" destOrd="0" presId="urn:microsoft.com/office/officeart/2016/7/layout/VerticalSolidActionList"/>
    <dgm:cxn modelId="{CDBDE309-B3FE-4129-9806-7032434000F2}" type="presParOf" srcId="{1E8435F2-E6AC-4A27-BA85-17E02F326DC1}" destId="{7C6BD9C3-5C32-4AC0-A464-4CEDC93AB06B}" srcOrd="1" destOrd="0" presId="urn:microsoft.com/office/officeart/2016/7/layout/VerticalSolidActionList"/>
    <dgm:cxn modelId="{BA204098-89CF-465F-9797-38616E11DA78}" type="presParOf" srcId="{1E8435F2-E6AC-4A27-BA85-17E02F326DC1}" destId="{AC27D6DC-2F8F-4121-BBE8-00167989EA10}" srcOrd="2" destOrd="0" presId="urn:microsoft.com/office/officeart/2016/7/layout/VerticalSolidActionList"/>
    <dgm:cxn modelId="{0DE54A1A-0C33-4BC4-ABAF-22C93D16A420}" type="presParOf" srcId="{AC27D6DC-2F8F-4121-BBE8-00167989EA10}" destId="{F35D7F8E-9666-444B-982E-CFCB44EF7E5D}" srcOrd="0" destOrd="0" presId="urn:microsoft.com/office/officeart/2016/7/layout/VerticalSolidActionList"/>
    <dgm:cxn modelId="{0D3364C3-A52F-4552-8B77-2A1523B4E0A5}" type="presParOf" srcId="{AC27D6DC-2F8F-4121-BBE8-00167989EA10}" destId="{C24EB011-B308-4364-B35E-7BE7136BE767}" srcOrd="1" destOrd="0" presId="urn:microsoft.com/office/officeart/2016/7/layout/VerticalSolidActionList"/>
    <dgm:cxn modelId="{EE3EA960-5B9A-45B7-B346-2A0A76A0B79D}" type="presParOf" srcId="{1E8435F2-E6AC-4A27-BA85-17E02F326DC1}" destId="{193A6AD3-7146-4941-8857-4FC6AE43A1BC}" srcOrd="3" destOrd="0" presId="urn:microsoft.com/office/officeart/2016/7/layout/VerticalSolidActionList"/>
    <dgm:cxn modelId="{79C30CDF-BECB-401E-A839-B8269E292D23}" type="presParOf" srcId="{1E8435F2-E6AC-4A27-BA85-17E02F326DC1}" destId="{34F744CE-B5D8-4815-B4C0-60297B7A0A7D}" srcOrd="4" destOrd="0" presId="urn:microsoft.com/office/officeart/2016/7/layout/VerticalSolidActionList"/>
    <dgm:cxn modelId="{790B5C8B-0D3C-4B27-B492-E59129CE5CFB}" type="presParOf" srcId="{34F744CE-B5D8-4815-B4C0-60297B7A0A7D}" destId="{C1BEB35E-4675-4CDD-85B4-9054426D362D}" srcOrd="0" destOrd="0" presId="urn:microsoft.com/office/officeart/2016/7/layout/VerticalSolidActionList"/>
    <dgm:cxn modelId="{9BD65BC2-4E80-40DD-B362-8B874F341E19}" type="presParOf" srcId="{34F744CE-B5D8-4815-B4C0-60297B7A0A7D}" destId="{80855C59-A2A9-439B-9052-896FAE62B876}" srcOrd="1" destOrd="0" presId="urn:microsoft.com/office/officeart/2016/7/layout/VerticalSolidActionList"/>
    <dgm:cxn modelId="{DB217848-E49E-41D2-ABA0-15BE56A849FE}" type="presParOf" srcId="{1E8435F2-E6AC-4A27-BA85-17E02F326DC1}" destId="{566C20F0-63EA-449A-B91F-7E31A4FBD81A}" srcOrd="5" destOrd="0" presId="urn:microsoft.com/office/officeart/2016/7/layout/VerticalSolidActionList"/>
    <dgm:cxn modelId="{AE973A84-3DC6-4249-90D9-12924D58C573}" type="presParOf" srcId="{1E8435F2-E6AC-4A27-BA85-17E02F326DC1}" destId="{40154AD7-09DF-4AA5-84ED-2439AB66A495}" srcOrd="6" destOrd="0" presId="urn:microsoft.com/office/officeart/2016/7/layout/VerticalSolidActionList"/>
    <dgm:cxn modelId="{ABD53D5D-AFA0-4DE7-84D9-B87F1E7D5543}" type="presParOf" srcId="{40154AD7-09DF-4AA5-84ED-2439AB66A495}" destId="{37461F53-448C-4B3C-A490-54F9B6697E32}" srcOrd="0" destOrd="0" presId="urn:microsoft.com/office/officeart/2016/7/layout/VerticalSolidActionList"/>
    <dgm:cxn modelId="{73ACF2E6-AD71-4419-B0D2-DBC90862F038}" type="presParOf" srcId="{40154AD7-09DF-4AA5-84ED-2439AB66A495}" destId="{F7002756-182B-4434-B38A-0200048C730C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8E86A5E-DBB0-4D6C-A9BA-B5AB12C9DF2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08812E00-4FCF-4D62-A13C-A7B4711C93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- Sort weights in ascending order and create a profit value list.</a:t>
          </a:r>
        </a:p>
      </dgm:t>
    </dgm:pt>
    <dgm:pt modelId="{A4AF1323-D947-4C95-94FC-030E16DDFAEA}" type="parTrans" cxnId="{C277E088-250B-4539-AAEA-C29329F4C6F4}">
      <dgm:prSet/>
      <dgm:spPr/>
      <dgm:t>
        <a:bodyPr/>
        <a:lstStyle/>
        <a:p>
          <a:endParaRPr lang="en-US"/>
        </a:p>
      </dgm:t>
    </dgm:pt>
    <dgm:pt modelId="{B1EBDC16-F810-4FAF-8913-F5E15A8606EE}" type="sibTrans" cxnId="{C277E088-250B-4539-AAEA-C29329F4C6F4}">
      <dgm:prSet/>
      <dgm:spPr/>
      <dgm:t>
        <a:bodyPr/>
        <a:lstStyle/>
        <a:p>
          <a:endParaRPr lang="en-US"/>
        </a:p>
      </dgm:t>
    </dgm:pt>
    <dgm:pt modelId="{36BA5667-2B14-4DB4-88A3-4A12FAC87AB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- Initialize a table with zero entries for maximum achievable profit.</a:t>
          </a:r>
        </a:p>
      </dgm:t>
    </dgm:pt>
    <dgm:pt modelId="{1FF3CAFB-B6CD-41A6-A14E-F9A1B00B9C06}" type="parTrans" cxnId="{D6B57228-6778-4338-9562-92BBFBB85449}">
      <dgm:prSet/>
      <dgm:spPr/>
      <dgm:t>
        <a:bodyPr/>
        <a:lstStyle/>
        <a:p>
          <a:endParaRPr lang="en-US"/>
        </a:p>
      </dgm:t>
    </dgm:pt>
    <dgm:pt modelId="{1283CE30-B2F4-4738-A2CF-47152C3187A1}" type="sibTrans" cxnId="{D6B57228-6778-4338-9562-92BBFBB85449}">
      <dgm:prSet/>
      <dgm:spPr/>
      <dgm:t>
        <a:bodyPr/>
        <a:lstStyle/>
        <a:p>
          <a:endParaRPr lang="en-US"/>
        </a:p>
      </dgm:t>
    </dgm:pt>
    <dgm:pt modelId="{3CE789CC-C6DA-4219-898A-6CDAE67F057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- </a:t>
          </a:r>
          <a:r>
            <a:rPr lang="en-US" b="1" dirty="0"/>
            <a:t>Iterate over items and capacities, fill table based on maximum profit.</a:t>
          </a:r>
        </a:p>
      </dgm:t>
    </dgm:pt>
    <dgm:pt modelId="{8DE81C9D-4398-4B07-BF6E-394A6AB51C95}" type="parTrans" cxnId="{411471F7-5A4E-4920-941E-679FF2120046}">
      <dgm:prSet/>
      <dgm:spPr/>
      <dgm:t>
        <a:bodyPr/>
        <a:lstStyle/>
        <a:p>
          <a:endParaRPr lang="en-US"/>
        </a:p>
      </dgm:t>
    </dgm:pt>
    <dgm:pt modelId="{19342F9D-F3BC-4F16-AE24-CDCF97264B9E}" type="sibTrans" cxnId="{411471F7-5A4E-4920-941E-679FF2120046}">
      <dgm:prSet/>
      <dgm:spPr/>
      <dgm:t>
        <a:bodyPr/>
        <a:lstStyle/>
        <a:p>
          <a:endParaRPr lang="en-US"/>
        </a:p>
      </dgm:t>
    </dgm:pt>
    <dgm:pt modelId="{AC0C0132-8E07-4967-869A-874189807F2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- </a:t>
          </a:r>
          <a:r>
            <a:rPr lang="en-US" b="1" dirty="0"/>
            <a:t>Backtrack through the table to determine selected items and total profit.</a:t>
          </a:r>
        </a:p>
      </dgm:t>
    </dgm:pt>
    <dgm:pt modelId="{5A339A53-E788-4783-B265-4C38E9E0567D}" type="parTrans" cxnId="{2BA98217-49C7-446A-A1FC-62EE129F5B49}">
      <dgm:prSet/>
      <dgm:spPr/>
      <dgm:t>
        <a:bodyPr/>
        <a:lstStyle/>
        <a:p>
          <a:endParaRPr lang="en-US"/>
        </a:p>
      </dgm:t>
    </dgm:pt>
    <dgm:pt modelId="{0B307E60-0082-4DA7-BEE6-0FE2DDB64C15}" type="sibTrans" cxnId="{2BA98217-49C7-446A-A1FC-62EE129F5B49}">
      <dgm:prSet/>
      <dgm:spPr/>
      <dgm:t>
        <a:bodyPr/>
        <a:lstStyle/>
        <a:p>
          <a:endParaRPr lang="en-US"/>
        </a:p>
      </dgm:t>
    </dgm:pt>
    <dgm:pt modelId="{2696EE63-0841-43A9-BD94-AE6DB6A302BA}" type="pres">
      <dgm:prSet presAssocID="{18E86A5E-DBB0-4D6C-A9BA-B5AB12C9DF2D}" presName="root" presStyleCnt="0">
        <dgm:presLayoutVars>
          <dgm:dir/>
          <dgm:resizeHandles val="exact"/>
        </dgm:presLayoutVars>
      </dgm:prSet>
      <dgm:spPr/>
    </dgm:pt>
    <dgm:pt modelId="{42634183-9638-4417-B3E2-78D7D195324F}" type="pres">
      <dgm:prSet presAssocID="{08812E00-4FCF-4D62-A13C-A7B4711C9321}" presName="compNode" presStyleCnt="0"/>
      <dgm:spPr/>
    </dgm:pt>
    <dgm:pt modelId="{D450CB05-B9C4-45F3-9211-CB0064F43ED6}" type="pres">
      <dgm:prSet presAssocID="{08812E00-4FCF-4D62-A13C-A7B4711C9321}" presName="bgRect" presStyleLbl="bgShp" presStyleIdx="0" presStyleCnt="4"/>
      <dgm:spPr/>
    </dgm:pt>
    <dgm:pt modelId="{0C0F4BD0-9A0B-4451-9BAE-04FCA647C6E0}" type="pres">
      <dgm:prSet presAssocID="{08812E00-4FCF-4D62-A13C-A7B4711C932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AF81A082-1092-4731-9728-36B77FC4C5AE}" type="pres">
      <dgm:prSet presAssocID="{08812E00-4FCF-4D62-A13C-A7B4711C9321}" presName="spaceRect" presStyleCnt="0"/>
      <dgm:spPr/>
    </dgm:pt>
    <dgm:pt modelId="{05AD3364-A519-40B0-9BB6-060F5408911B}" type="pres">
      <dgm:prSet presAssocID="{08812E00-4FCF-4D62-A13C-A7B4711C9321}" presName="parTx" presStyleLbl="revTx" presStyleIdx="0" presStyleCnt="4">
        <dgm:presLayoutVars>
          <dgm:chMax val="0"/>
          <dgm:chPref val="0"/>
        </dgm:presLayoutVars>
      </dgm:prSet>
      <dgm:spPr/>
    </dgm:pt>
    <dgm:pt modelId="{4386B149-B4D6-4C3E-A816-877EF19A8F9D}" type="pres">
      <dgm:prSet presAssocID="{B1EBDC16-F810-4FAF-8913-F5E15A8606EE}" presName="sibTrans" presStyleCnt="0"/>
      <dgm:spPr/>
    </dgm:pt>
    <dgm:pt modelId="{B93AFE20-A1CD-4186-BFE3-D4DB2298A1A9}" type="pres">
      <dgm:prSet presAssocID="{36BA5667-2B14-4DB4-88A3-4A12FAC87AB4}" presName="compNode" presStyleCnt="0"/>
      <dgm:spPr/>
    </dgm:pt>
    <dgm:pt modelId="{C1D604B7-CDE6-4428-87B4-0D13370E4E4F}" type="pres">
      <dgm:prSet presAssocID="{36BA5667-2B14-4DB4-88A3-4A12FAC87AB4}" presName="bgRect" presStyleLbl="bgShp" presStyleIdx="1" presStyleCnt="4"/>
      <dgm:spPr/>
    </dgm:pt>
    <dgm:pt modelId="{4B525B4A-0AF0-4739-B556-08204BCD3EFE}" type="pres">
      <dgm:prSet presAssocID="{36BA5667-2B14-4DB4-88A3-4A12FAC87AB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D5D54248-E756-452A-A587-D85A6C8CDB2B}" type="pres">
      <dgm:prSet presAssocID="{36BA5667-2B14-4DB4-88A3-4A12FAC87AB4}" presName="spaceRect" presStyleCnt="0"/>
      <dgm:spPr/>
    </dgm:pt>
    <dgm:pt modelId="{B8CC2D66-7712-411D-B65F-8E6E28F384BD}" type="pres">
      <dgm:prSet presAssocID="{36BA5667-2B14-4DB4-88A3-4A12FAC87AB4}" presName="parTx" presStyleLbl="revTx" presStyleIdx="1" presStyleCnt="4">
        <dgm:presLayoutVars>
          <dgm:chMax val="0"/>
          <dgm:chPref val="0"/>
        </dgm:presLayoutVars>
      </dgm:prSet>
      <dgm:spPr/>
    </dgm:pt>
    <dgm:pt modelId="{9522D703-BE1B-4743-846E-D6BAF4E9A440}" type="pres">
      <dgm:prSet presAssocID="{1283CE30-B2F4-4738-A2CF-47152C3187A1}" presName="sibTrans" presStyleCnt="0"/>
      <dgm:spPr/>
    </dgm:pt>
    <dgm:pt modelId="{E83C09D9-A501-4F37-8309-AF978581A341}" type="pres">
      <dgm:prSet presAssocID="{3CE789CC-C6DA-4219-898A-6CDAE67F057C}" presName="compNode" presStyleCnt="0"/>
      <dgm:spPr/>
    </dgm:pt>
    <dgm:pt modelId="{99B67BD2-D31B-4A58-8739-C69605F5DE4A}" type="pres">
      <dgm:prSet presAssocID="{3CE789CC-C6DA-4219-898A-6CDAE67F057C}" presName="bgRect" presStyleLbl="bgShp" presStyleIdx="2" presStyleCnt="4"/>
      <dgm:spPr/>
    </dgm:pt>
    <dgm:pt modelId="{2B38C86F-4572-476D-8DAF-9986C1C9DF37}" type="pres">
      <dgm:prSet presAssocID="{3CE789CC-C6DA-4219-898A-6CDAE67F057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peat"/>
        </a:ext>
      </dgm:extLst>
    </dgm:pt>
    <dgm:pt modelId="{05DC392E-16EE-479E-8E18-429F85A51422}" type="pres">
      <dgm:prSet presAssocID="{3CE789CC-C6DA-4219-898A-6CDAE67F057C}" presName="spaceRect" presStyleCnt="0"/>
      <dgm:spPr/>
    </dgm:pt>
    <dgm:pt modelId="{85705F55-834B-4381-878A-B280D13200C0}" type="pres">
      <dgm:prSet presAssocID="{3CE789CC-C6DA-4219-898A-6CDAE67F057C}" presName="parTx" presStyleLbl="revTx" presStyleIdx="2" presStyleCnt="4">
        <dgm:presLayoutVars>
          <dgm:chMax val="0"/>
          <dgm:chPref val="0"/>
        </dgm:presLayoutVars>
      </dgm:prSet>
      <dgm:spPr/>
    </dgm:pt>
    <dgm:pt modelId="{FFC1C6B2-1351-4981-BBCB-C21EA2A6CEF8}" type="pres">
      <dgm:prSet presAssocID="{19342F9D-F3BC-4F16-AE24-CDCF97264B9E}" presName="sibTrans" presStyleCnt="0"/>
      <dgm:spPr/>
    </dgm:pt>
    <dgm:pt modelId="{8F8A3B4F-3BEC-4177-ADE9-9597E79744DE}" type="pres">
      <dgm:prSet presAssocID="{AC0C0132-8E07-4967-869A-874189807F2C}" presName="compNode" presStyleCnt="0"/>
      <dgm:spPr/>
    </dgm:pt>
    <dgm:pt modelId="{0E12BD6A-6FF6-40F9-B72F-F6610A6C17B8}" type="pres">
      <dgm:prSet presAssocID="{AC0C0132-8E07-4967-869A-874189807F2C}" presName="bgRect" presStyleLbl="bgShp" presStyleIdx="3" presStyleCnt="4"/>
      <dgm:spPr/>
    </dgm:pt>
    <dgm:pt modelId="{08D626B7-7CA3-486A-8118-B61B214AAD1E}" type="pres">
      <dgm:prSet presAssocID="{AC0C0132-8E07-4967-869A-874189807F2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cnic Table"/>
        </a:ext>
      </dgm:extLst>
    </dgm:pt>
    <dgm:pt modelId="{0E6B748E-2073-42DA-BF5C-4B8BE7E7FA32}" type="pres">
      <dgm:prSet presAssocID="{AC0C0132-8E07-4967-869A-874189807F2C}" presName="spaceRect" presStyleCnt="0"/>
      <dgm:spPr/>
    </dgm:pt>
    <dgm:pt modelId="{A2DB4211-3000-4B54-9A7E-537E9D78E4A1}" type="pres">
      <dgm:prSet presAssocID="{AC0C0132-8E07-4967-869A-874189807F2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BA98217-49C7-446A-A1FC-62EE129F5B49}" srcId="{18E86A5E-DBB0-4D6C-A9BA-B5AB12C9DF2D}" destId="{AC0C0132-8E07-4967-869A-874189807F2C}" srcOrd="3" destOrd="0" parTransId="{5A339A53-E788-4783-B265-4C38E9E0567D}" sibTransId="{0B307E60-0082-4DA7-BEE6-0FE2DDB64C15}"/>
    <dgm:cxn modelId="{D6B57228-6778-4338-9562-92BBFBB85449}" srcId="{18E86A5E-DBB0-4D6C-A9BA-B5AB12C9DF2D}" destId="{36BA5667-2B14-4DB4-88A3-4A12FAC87AB4}" srcOrd="1" destOrd="0" parTransId="{1FF3CAFB-B6CD-41A6-A14E-F9A1B00B9C06}" sibTransId="{1283CE30-B2F4-4738-A2CF-47152C3187A1}"/>
    <dgm:cxn modelId="{30CF7930-CD14-4CB5-91C7-136858801FE9}" type="presOf" srcId="{AC0C0132-8E07-4967-869A-874189807F2C}" destId="{A2DB4211-3000-4B54-9A7E-537E9D78E4A1}" srcOrd="0" destOrd="0" presId="urn:microsoft.com/office/officeart/2018/2/layout/IconVerticalSolidList"/>
    <dgm:cxn modelId="{17311E55-E422-45BC-B055-E4F5F9B9E735}" type="presOf" srcId="{08812E00-4FCF-4D62-A13C-A7B4711C9321}" destId="{05AD3364-A519-40B0-9BB6-060F5408911B}" srcOrd="0" destOrd="0" presId="urn:microsoft.com/office/officeart/2018/2/layout/IconVerticalSolidList"/>
    <dgm:cxn modelId="{C277E088-250B-4539-AAEA-C29329F4C6F4}" srcId="{18E86A5E-DBB0-4D6C-A9BA-B5AB12C9DF2D}" destId="{08812E00-4FCF-4D62-A13C-A7B4711C9321}" srcOrd="0" destOrd="0" parTransId="{A4AF1323-D947-4C95-94FC-030E16DDFAEA}" sibTransId="{B1EBDC16-F810-4FAF-8913-F5E15A8606EE}"/>
    <dgm:cxn modelId="{12C64994-DFEC-42DE-B278-CEA9FA60FCDA}" type="presOf" srcId="{18E86A5E-DBB0-4D6C-A9BA-B5AB12C9DF2D}" destId="{2696EE63-0841-43A9-BD94-AE6DB6A302BA}" srcOrd="0" destOrd="0" presId="urn:microsoft.com/office/officeart/2018/2/layout/IconVerticalSolidList"/>
    <dgm:cxn modelId="{94D7DAE1-C975-41A4-B21E-502B600CDB3C}" type="presOf" srcId="{3CE789CC-C6DA-4219-898A-6CDAE67F057C}" destId="{85705F55-834B-4381-878A-B280D13200C0}" srcOrd="0" destOrd="0" presId="urn:microsoft.com/office/officeart/2018/2/layout/IconVerticalSolidList"/>
    <dgm:cxn modelId="{411471F7-5A4E-4920-941E-679FF2120046}" srcId="{18E86A5E-DBB0-4D6C-A9BA-B5AB12C9DF2D}" destId="{3CE789CC-C6DA-4219-898A-6CDAE67F057C}" srcOrd="2" destOrd="0" parTransId="{8DE81C9D-4398-4B07-BF6E-394A6AB51C95}" sibTransId="{19342F9D-F3BC-4F16-AE24-CDCF97264B9E}"/>
    <dgm:cxn modelId="{E27BE3F9-86E2-4602-B33C-B76E73EA4D6C}" type="presOf" srcId="{36BA5667-2B14-4DB4-88A3-4A12FAC87AB4}" destId="{B8CC2D66-7712-411D-B65F-8E6E28F384BD}" srcOrd="0" destOrd="0" presId="urn:microsoft.com/office/officeart/2018/2/layout/IconVerticalSolidList"/>
    <dgm:cxn modelId="{5DCA4F8D-3DA7-4367-8B4A-5CCD2D034A9D}" type="presParOf" srcId="{2696EE63-0841-43A9-BD94-AE6DB6A302BA}" destId="{42634183-9638-4417-B3E2-78D7D195324F}" srcOrd="0" destOrd="0" presId="urn:microsoft.com/office/officeart/2018/2/layout/IconVerticalSolidList"/>
    <dgm:cxn modelId="{E7C03E69-7D46-49C6-803C-EDCDAF8F8220}" type="presParOf" srcId="{42634183-9638-4417-B3E2-78D7D195324F}" destId="{D450CB05-B9C4-45F3-9211-CB0064F43ED6}" srcOrd="0" destOrd="0" presId="urn:microsoft.com/office/officeart/2018/2/layout/IconVerticalSolidList"/>
    <dgm:cxn modelId="{0F24E24C-80F6-4C9E-8CC2-F7BB52718DEA}" type="presParOf" srcId="{42634183-9638-4417-B3E2-78D7D195324F}" destId="{0C0F4BD0-9A0B-4451-9BAE-04FCA647C6E0}" srcOrd="1" destOrd="0" presId="urn:microsoft.com/office/officeart/2018/2/layout/IconVerticalSolidList"/>
    <dgm:cxn modelId="{366BC01F-AFCD-4030-B3EA-D6792788D27C}" type="presParOf" srcId="{42634183-9638-4417-B3E2-78D7D195324F}" destId="{AF81A082-1092-4731-9728-36B77FC4C5AE}" srcOrd="2" destOrd="0" presId="urn:microsoft.com/office/officeart/2018/2/layout/IconVerticalSolidList"/>
    <dgm:cxn modelId="{A99CBA5D-095E-4661-9CD6-90F848E34365}" type="presParOf" srcId="{42634183-9638-4417-B3E2-78D7D195324F}" destId="{05AD3364-A519-40B0-9BB6-060F5408911B}" srcOrd="3" destOrd="0" presId="urn:microsoft.com/office/officeart/2018/2/layout/IconVerticalSolidList"/>
    <dgm:cxn modelId="{613F636B-2D90-4C0D-98D5-62464898E7A1}" type="presParOf" srcId="{2696EE63-0841-43A9-BD94-AE6DB6A302BA}" destId="{4386B149-B4D6-4C3E-A816-877EF19A8F9D}" srcOrd="1" destOrd="0" presId="urn:microsoft.com/office/officeart/2018/2/layout/IconVerticalSolidList"/>
    <dgm:cxn modelId="{C2B59C45-5048-464F-A871-17245504423C}" type="presParOf" srcId="{2696EE63-0841-43A9-BD94-AE6DB6A302BA}" destId="{B93AFE20-A1CD-4186-BFE3-D4DB2298A1A9}" srcOrd="2" destOrd="0" presId="urn:microsoft.com/office/officeart/2018/2/layout/IconVerticalSolidList"/>
    <dgm:cxn modelId="{3A2D7837-9750-4F84-AEAE-6373F2194F9F}" type="presParOf" srcId="{B93AFE20-A1CD-4186-BFE3-D4DB2298A1A9}" destId="{C1D604B7-CDE6-4428-87B4-0D13370E4E4F}" srcOrd="0" destOrd="0" presId="urn:microsoft.com/office/officeart/2018/2/layout/IconVerticalSolidList"/>
    <dgm:cxn modelId="{D9C55BB4-596A-40B7-A6B8-C6007EF730C5}" type="presParOf" srcId="{B93AFE20-A1CD-4186-BFE3-D4DB2298A1A9}" destId="{4B525B4A-0AF0-4739-B556-08204BCD3EFE}" srcOrd="1" destOrd="0" presId="urn:microsoft.com/office/officeart/2018/2/layout/IconVerticalSolidList"/>
    <dgm:cxn modelId="{6310F476-9D14-4D45-909C-348829D46FDE}" type="presParOf" srcId="{B93AFE20-A1CD-4186-BFE3-D4DB2298A1A9}" destId="{D5D54248-E756-452A-A587-D85A6C8CDB2B}" srcOrd="2" destOrd="0" presId="urn:microsoft.com/office/officeart/2018/2/layout/IconVerticalSolidList"/>
    <dgm:cxn modelId="{1B31D980-FF39-4382-B261-D5A411A2C85B}" type="presParOf" srcId="{B93AFE20-A1CD-4186-BFE3-D4DB2298A1A9}" destId="{B8CC2D66-7712-411D-B65F-8E6E28F384BD}" srcOrd="3" destOrd="0" presId="urn:microsoft.com/office/officeart/2018/2/layout/IconVerticalSolidList"/>
    <dgm:cxn modelId="{54ADC7AD-A79D-48AC-8094-3A67A44D3281}" type="presParOf" srcId="{2696EE63-0841-43A9-BD94-AE6DB6A302BA}" destId="{9522D703-BE1B-4743-846E-D6BAF4E9A440}" srcOrd="3" destOrd="0" presId="urn:microsoft.com/office/officeart/2018/2/layout/IconVerticalSolidList"/>
    <dgm:cxn modelId="{D5635F99-D17D-4494-A187-093A8EEDDA87}" type="presParOf" srcId="{2696EE63-0841-43A9-BD94-AE6DB6A302BA}" destId="{E83C09D9-A501-4F37-8309-AF978581A341}" srcOrd="4" destOrd="0" presId="urn:microsoft.com/office/officeart/2018/2/layout/IconVerticalSolidList"/>
    <dgm:cxn modelId="{AF72ED7A-AD61-4D19-8AD4-275ACF80E73D}" type="presParOf" srcId="{E83C09D9-A501-4F37-8309-AF978581A341}" destId="{99B67BD2-D31B-4A58-8739-C69605F5DE4A}" srcOrd="0" destOrd="0" presId="urn:microsoft.com/office/officeart/2018/2/layout/IconVerticalSolidList"/>
    <dgm:cxn modelId="{F610F00E-CD0E-483D-A3FF-42DE4448AAC9}" type="presParOf" srcId="{E83C09D9-A501-4F37-8309-AF978581A341}" destId="{2B38C86F-4572-476D-8DAF-9986C1C9DF37}" srcOrd="1" destOrd="0" presId="urn:microsoft.com/office/officeart/2018/2/layout/IconVerticalSolidList"/>
    <dgm:cxn modelId="{6EFC35CE-3D96-40C5-8D27-D002807E39DB}" type="presParOf" srcId="{E83C09D9-A501-4F37-8309-AF978581A341}" destId="{05DC392E-16EE-479E-8E18-429F85A51422}" srcOrd="2" destOrd="0" presId="urn:microsoft.com/office/officeart/2018/2/layout/IconVerticalSolidList"/>
    <dgm:cxn modelId="{CECB0027-FAB4-4B16-A399-F8A34892076A}" type="presParOf" srcId="{E83C09D9-A501-4F37-8309-AF978581A341}" destId="{85705F55-834B-4381-878A-B280D13200C0}" srcOrd="3" destOrd="0" presId="urn:microsoft.com/office/officeart/2018/2/layout/IconVerticalSolidList"/>
    <dgm:cxn modelId="{E561F9D3-7A8C-4C73-BDA7-30DB6A17E715}" type="presParOf" srcId="{2696EE63-0841-43A9-BD94-AE6DB6A302BA}" destId="{FFC1C6B2-1351-4981-BBCB-C21EA2A6CEF8}" srcOrd="5" destOrd="0" presId="urn:microsoft.com/office/officeart/2018/2/layout/IconVerticalSolidList"/>
    <dgm:cxn modelId="{A6D26CF3-3098-40A0-A93E-62BAD8791F75}" type="presParOf" srcId="{2696EE63-0841-43A9-BD94-AE6DB6A302BA}" destId="{8F8A3B4F-3BEC-4177-ADE9-9597E79744DE}" srcOrd="6" destOrd="0" presId="urn:microsoft.com/office/officeart/2018/2/layout/IconVerticalSolidList"/>
    <dgm:cxn modelId="{5EE0EE55-70D8-4005-8A66-F367FAC7E74F}" type="presParOf" srcId="{8F8A3B4F-3BEC-4177-ADE9-9597E79744DE}" destId="{0E12BD6A-6FF6-40F9-B72F-F6610A6C17B8}" srcOrd="0" destOrd="0" presId="urn:microsoft.com/office/officeart/2018/2/layout/IconVerticalSolidList"/>
    <dgm:cxn modelId="{FBB54C19-7219-4C0C-BB7B-ABB0C0D65E25}" type="presParOf" srcId="{8F8A3B4F-3BEC-4177-ADE9-9597E79744DE}" destId="{08D626B7-7CA3-486A-8118-B61B214AAD1E}" srcOrd="1" destOrd="0" presId="urn:microsoft.com/office/officeart/2018/2/layout/IconVerticalSolidList"/>
    <dgm:cxn modelId="{D322EADA-9AAE-4702-AAA4-5F2441CBBF48}" type="presParOf" srcId="{8F8A3B4F-3BEC-4177-ADE9-9597E79744DE}" destId="{0E6B748E-2073-42DA-BF5C-4B8BE7E7FA32}" srcOrd="2" destOrd="0" presId="urn:microsoft.com/office/officeart/2018/2/layout/IconVerticalSolidList"/>
    <dgm:cxn modelId="{8EE1649C-9F94-4687-9D24-1A4A632D38B5}" type="presParOf" srcId="{8F8A3B4F-3BEC-4177-ADE9-9597E79744DE}" destId="{A2DB4211-3000-4B54-9A7E-537E9D78E4A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BAEA2C0-5DD9-4639-9404-6C6E59690A1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3_2" csCatId="accent3" phldr="1"/>
      <dgm:spPr/>
      <dgm:t>
        <a:bodyPr/>
        <a:lstStyle/>
        <a:p>
          <a:endParaRPr lang="en-US"/>
        </a:p>
      </dgm:t>
    </dgm:pt>
    <dgm:pt modelId="{256FF5ED-63A1-4DFF-84A9-9969AFCC0C1E}">
      <dgm:prSet/>
      <dgm:spPr/>
      <dgm:t>
        <a:bodyPr/>
        <a:lstStyle/>
        <a:p>
          <a:r>
            <a:rPr lang="en-US" b="1" dirty="0"/>
            <a:t>- Calculate profit-to-weight ratio for each item.</a:t>
          </a:r>
        </a:p>
      </dgm:t>
    </dgm:pt>
    <dgm:pt modelId="{50895DB7-711D-430A-B16A-5B22F22BD40B}" type="parTrans" cxnId="{30B14CC2-2A98-4D5D-B819-9115CF5AD435}">
      <dgm:prSet/>
      <dgm:spPr/>
      <dgm:t>
        <a:bodyPr/>
        <a:lstStyle/>
        <a:p>
          <a:endParaRPr lang="en-US"/>
        </a:p>
      </dgm:t>
    </dgm:pt>
    <dgm:pt modelId="{4B8275B3-8087-4BA5-A5C6-70856F449388}" type="sibTrans" cxnId="{30B14CC2-2A98-4D5D-B819-9115CF5AD435}">
      <dgm:prSet/>
      <dgm:spPr/>
      <dgm:t>
        <a:bodyPr/>
        <a:lstStyle/>
        <a:p>
          <a:endParaRPr lang="en-US"/>
        </a:p>
      </dgm:t>
    </dgm:pt>
    <dgm:pt modelId="{B363CEBB-381F-4B64-AD82-E7D868F442AE}">
      <dgm:prSet/>
      <dgm:spPr/>
      <dgm:t>
        <a:bodyPr/>
        <a:lstStyle/>
        <a:p>
          <a:r>
            <a:rPr lang="en-US" b="1" dirty="0"/>
            <a:t>- Sort ratios in descending order, create profit and weight value lists.</a:t>
          </a:r>
        </a:p>
      </dgm:t>
    </dgm:pt>
    <dgm:pt modelId="{69D8FD14-3B84-416A-8050-667039504A92}" type="parTrans" cxnId="{B5E6FEEB-957D-40B4-B687-65DE768B3300}">
      <dgm:prSet/>
      <dgm:spPr/>
      <dgm:t>
        <a:bodyPr/>
        <a:lstStyle/>
        <a:p>
          <a:endParaRPr lang="en-US"/>
        </a:p>
      </dgm:t>
    </dgm:pt>
    <dgm:pt modelId="{149E0D1C-E4D0-4610-929D-5184B6896FE9}" type="sibTrans" cxnId="{B5E6FEEB-957D-40B4-B687-65DE768B3300}">
      <dgm:prSet/>
      <dgm:spPr/>
      <dgm:t>
        <a:bodyPr/>
        <a:lstStyle/>
        <a:p>
          <a:endParaRPr lang="en-US"/>
        </a:p>
      </dgm:t>
    </dgm:pt>
    <dgm:pt modelId="{E3E27098-049A-4387-8544-42C18DCE0FD8}">
      <dgm:prSet/>
      <dgm:spPr/>
      <dgm:t>
        <a:bodyPr/>
        <a:lstStyle/>
        <a:p>
          <a:r>
            <a:rPr lang="en-US" b="1" dirty="0"/>
            <a:t>- Iterate through items, greedily select based on ratios until capacity is reached.</a:t>
          </a:r>
        </a:p>
      </dgm:t>
    </dgm:pt>
    <dgm:pt modelId="{66A5603F-D5CE-461F-9B83-646DB7262877}" type="parTrans" cxnId="{B36ED294-3204-4E72-A994-242517E7D1F3}">
      <dgm:prSet/>
      <dgm:spPr/>
      <dgm:t>
        <a:bodyPr/>
        <a:lstStyle/>
        <a:p>
          <a:endParaRPr lang="en-US"/>
        </a:p>
      </dgm:t>
    </dgm:pt>
    <dgm:pt modelId="{B3879C5D-1E50-4E24-99AD-DFE5B314D2EF}" type="sibTrans" cxnId="{B36ED294-3204-4E72-A994-242517E7D1F3}">
      <dgm:prSet/>
      <dgm:spPr/>
      <dgm:t>
        <a:bodyPr/>
        <a:lstStyle/>
        <a:p>
          <a:endParaRPr lang="en-US"/>
        </a:p>
      </dgm:t>
    </dgm:pt>
    <dgm:pt modelId="{12CCE250-50A6-4A86-83BC-64F78A35A404}" type="pres">
      <dgm:prSet presAssocID="{2BAEA2C0-5DD9-4639-9404-6C6E59690A19}" presName="root" presStyleCnt="0">
        <dgm:presLayoutVars>
          <dgm:dir/>
          <dgm:resizeHandles val="exact"/>
        </dgm:presLayoutVars>
      </dgm:prSet>
      <dgm:spPr/>
    </dgm:pt>
    <dgm:pt modelId="{4BC90150-989B-4C34-A783-273869004BD0}" type="pres">
      <dgm:prSet presAssocID="{256FF5ED-63A1-4DFF-84A9-9969AFCC0C1E}" presName="compNode" presStyleCnt="0"/>
      <dgm:spPr/>
    </dgm:pt>
    <dgm:pt modelId="{629FD249-971B-4669-B6ED-81EA3E3D9FC7}" type="pres">
      <dgm:prSet presAssocID="{256FF5ED-63A1-4DFF-84A9-9969AFCC0C1E}" presName="bgRect" presStyleLbl="bgShp" presStyleIdx="0" presStyleCnt="3"/>
      <dgm:spPr/>
    </dgm:pt>
    <dgm:pt modelId="{6A7FBC6E-2592-4993-9B44-9F48D2644FB6}" type="pres">
      <dgm:prSet presAssocID="{256FF5ED-63A1-4DFF-84A9-9969AFCC0C1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E65C9BD7-D2CD-4755-92DE-3F33D7137D92}" type="pres">
      <dgm:prSet presAssocID="{256FF5ED-63A1-4DFF-84A9-9969AFCC0C1E}" presName="spaceRect" presStyleCnt="0"/>
      <dgm:spPr/>
    </dgm:pt>
    <dgm:pt modelId="{52ACAF62-79F4-4A74-88A9-3CB0C695D227}" type="pres">
      <dgm:prSet presAssocID="{256FF5ED-63A1-4DFF-84A9-9969AFCC0C1E}" presName="parTx" presStyleLbl="revTx" presStyleIdx="0" presStyleCnt="3">
        <dgm:presLayoutVars>
          <dgm:chMax val="0"/>
          <dgm:chPref val="0"/>
        </dgm:presLayoutVars>
      </dgm:prSet>
      <dgm:spPr/>
    </dgm:pt>
    <dgm:pt modelId="{FAAB2CDA-91B8-4351-B9EE-126C0428006A}" type="pres">
      <dgm:prSet presAssocID="{4B8275B3-8087-4BA5-A5C6-70856F449388}" presName="sibTrans" presStyleCnt="0"/>
      <dgm:spPr/>
    </dgm:pt>
    <dgm:pt modelId="{CD6C190D-B404-4EE7-A601-BEC06BD96216}" type="pres">
      <dgm:prSet presAssocID="{B363CEBB-381F-4B64-AD82-E7D868F442AE}" presName="compNode" presStyleCnt="0"/>
      <dgm:spPr/>
    </dgm:pt>
    <dgm:pt modelId="{B0B2D670-5BE3-4844-B2D3-34CC964DD974}" type="pres">
      <dgm:prSet presAssocID="{B363CEBB-381F-4B64-AD82-E7D868F442AE}" presName="bgRect" presStyleLbl="bgShp" presStyleIdx="1" presStyleCnt="3"/>
      <dgm:spPr/>
    </dgm:pt>
    <dgm:pt modelId="{A0DAB429-F003-4A68-BB73-8EC9A57FC8FC}" type="pres">
      <dgm:prSet presAssocID="{B363CEBB-381F-4B64-AD82-E7D868F442A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pee"/>
        </a:ext>
      </dgm:extLst>
    </dgm:pt>
    <dgm:pt modelId="{9C46E197-F5A7-49EF-990C-E0DDC98A8052}" type="pres">
      <dgm:prSet presAssocID="{B363CEBB-381F-4B64-AD82-E7D868F442AE}" presName="spaceRect" presStyleCnt="0"/>
      <dgm:spPr/>
    </dgm:pt>
    <dgm:pt modelId="{3E8FB978-B276-4A3B-A277-12945053D6D2}" type="pres">
      <dgm:prSet presAssocID="{B363CEBB-381F-4B64-AD82-E7D868F442AE}" presName="parTx" presStyleLbl="revTx" presStyleIdx="1" presStyleCnt="3">
        <dgm:presLayoutVars>
          <dgm:chMax val="0"/>
          <dgm:chPref val="0"/>
        </dgm:presLayoutVars>
      </dgm:prSet>
      <dgm:spPr/>
    </dgm:pt>
    <dgm:pt modelId="{42B41A88-0D05-4DD6-AD54-6ED1BE558E09}" type="pres">
      <dgm:prSet presAssocID="{149E0D1C-E4D0-4610-929D-5184B6896FE9}" presName="sibTrans" presStyleCnt="0"/>
      <dgm:spPr/>
    </dgm:pt>
    <dgm:pt modelId="{01351FA9-886F-4CFF-A061-FDEF9298CB55}" type="pres">
      <dgm:prSet presAssocID="{E3E27098-049A-4387-8544-42C18DCE0FD8}" presName="compNode" presStyleCnt="0"/>
      <dgm:spPr/>
    </dgm:pt>
    <dgm:pt modelId="{2DADBEE8-C121-469A-A525-59C1A4AA13F2}" type="pres">
      <dgm:prSet presAssocID="{E3E27098-049A-4387-8544-42C18DCE0FD8}" presName="bgRect" presStyleLbl="bgShp" presStyleIdx="2" presStyleCnt="3"/>
      <dgm:spPr/>
    </dgm:pt>
    <dgm:pt modelId="{5506B798-326D-440B-86AF-4881E49B588F}" type="pres">
      <dgm:prSet presAssocID="{E3E27098-049A-4387-8544-42C18DCE0FD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36966502-FB7F-4E01-881F-B4360D3AF69E}" type="pres">
      <dgm:prSet presAssocID="{E3E27098-049A-4387-8544-42C18DCE0FD8}" presName="spaceRect" presStyleCnt="0"/>
      <dgm:spPr/>
    </dgm:pt>
    <dgm:pt modelId="{1C28F0D4-3F33-4CD9-8B6C-9544A8DC71FC}" type="pres">
      <dgm:prSet presAssocID="{E3E27098-049A-4387-8544-42C18DCE0FD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18AEBA44-97A5-4524-BD92-8B01638B6D18}" type="presOf" srcId="{2BAEA2C0-5DD9-4639-9404-6C6E59690A19}" destId="{12CCE250-50A6-4A86-83BC-64F78A35A404}" srcOrd="0" destOrd="0" presId="urn:microsoft.com/office/officeart/2018/2/layout/IconVerticalSolidList"/>
    <dgm:cxn modelId="{C4B31671-14D1-4F99-9FEC-E609EB6A5795}" type="presOf" srcId="{B363CEBB-381F-4B64-AD82-E7D868F442AE}" destId="{3E8FB978-B276-4A3B-A277-12945053D6D2}" srcOrd="0" destOrd="0" presId="urn:microsoft.com/office/officeart/2018/2/layout/IconVerticalSolidList"/>
    <dgm:cxn modelId="{B36ED294-3204-4E72-A994-242517E7D1F3}" srcId="{2BAEA2C0-5DD9-4639-9404-6C6E59690A19}" destId="{E3E27098-049A-4387-8544-42C18DCE0FD8}" srcOrd="2" destOrd="0" parTransId="{66A5603F-D5CE-461F-9B83-646DB7262877}" sibTransId="{B3879C5D-1E50-4E24-99AD-DFE5B314D2EF}"/>
    <dgm:cxn modelId="{592D33A5-9F4F-4BC5-A46F-CC8098CCE92E}" type="presOf" srcId="{E3E27098-049A-4387-8544-42C18DCE0FD8}" destId="{1C28F0D4-3F33-4CD9-8B6C-9544A8DC71FC}" srcOrd="0" destOrd="0" presId="urn:microsoft.com/office/officeart/2018/2/layout/IconVerticalSolidList"/>
    <dgm:cxn modelId="{D66224AD-1551-4204-897E-4290106163F1}" type="presOf" srcId="{256FF5ED-63A1-4DFF-84A9-9969AFCC0C1E}" destId="{52ACAF62-79F4-4A74-88A9-3CB0C695D227}" srcOrd="0" destOrd="0" presId="urn:microsoft.com/office/officeart/2018/2/layout/IconVerticalSolidList"/>
    <dgm:cxn modelId="{30B14CC2-2A98-4D5D-B819-9115CF5AD435}" srcId="{2BAEA2C0-5DD9-4639-9404-6C6E59690A19}" destId="{256FF5ED-63A1-4DFF-84A9-9969AFCC0C1E}" srcOrd="0" destOrd="0" parTransId="{50895DB7-711D-430A-B16A-5B22F22BD40B}" sibTransId="{4B8275B3-8087-4BA5-A5C6-70856F449388}"/>
    <dgm:cxn modelId="{B5E6FEEB-957D-40B4-B687-65DE768B3300}" srcId="{2BAEA2C0-5DD9-4639-9404-6C6E59690A19}" destId="{B363CEBB-381F-4B64-AD82-E7D868F442AE}" srcOrd="1" destOrd="0" parTransId="{69D8FD14-3B84-416A-8050-667039504A92}" sibTransId="{149E0D1C-E4D0-4610-929D-5184B6896FE9}"/>
    <dgm:cxn modelId="{5C13B9B4-A842-4720-BF41-ABF3A634CA81}" type="presParOf" srcId="{12CCE250-50A6-4A86-83BC-64F78A35A404}" destId="{4BC90150-989B-4C34-A783-273869004BD0}" srcOrd="0" destOrd="0" presId="urn:microsoft.com/office/officeart/2018/2/layout/IconVerticalSolidList"/>
    <dgm:cxn modelId="{0E0D66D4-D8AE-470C-842C-A03727C1D784}" type="presParOf" srcId="{4BC90150-989B-4C34-A783-273869004BD0}" destId="{629FD249-971B-4669-B6ED-81EA3E3D9FC7}" srcOrd="0" destOrd="0" presId="urn:microsoft.com/office/officeart/2018/2/layout/IconVerticalSolidList"/>
    <dgm:cxn modelId="{2A530537-C297-43D3-93D1-4D308D2324F4}" type="presParOf" srcId="{4BC90150-989B-4C34-A783-273869004BD0}" destId="{6A7FBC6E-2592-4993-9B44-9F48D2644FB6}" srcOrd="1" destOrd="0" presId="urn:microsoft.com/office/officeart/2018/2/layout/IconVerticalSolidList"/>
    <dgm:cxn modelId="{D389FC11-D0CB-470E-92C8-FC9ACB337144}" type="presParOf" srcId="{4BC90150-989B-4C34-A783-273869004BD0}" destId="{E65C9BD7-D2CD-4755-92DE-3F33D7137D92}" srcOrd="2" destOrd="0" presId="urn:microsoft.com/office/officeart/2018/2/layout/IconVerticalSolidList"/>
    <dgm:cxn modelId="{B9F78416-3174-4900-8C11-6BEAEF5274D8}" type="presParOf" srcId="{4BC90150-989B-4C34-A783-273869004BD0}" destId="{52ACAF62-79F4-4A74-88A9-3CB0C695D227}" srcOrd="3" destOrd="0" presId="urn:microsoft.com/office/officeart/2018/2/layout/IconVerticalSolidList"/>
    <dgm:cxn modelId="{52400B8E-5227-436F-A42C-BBB649FB7046}" type="presParOf" srcId="{12CCE250-50A6-4A86-83BC-64F78A35A404}" destId="{FAAB2CDA-91B8-4351-B9EE-126C0428006A}" srcOrd="1" destOrd="0" presId="urn:microsoft.com/office/officeart/2018/2/layout/IconVerticalSolidList"/>
    <dgm:cxn modelId="{C3918567-8F60-4D98-BBAA-F18BCA0659D1}" type="presParOf" srcId="{12CCE250-50A6-4A86-83BC-64F78A35A404}" destId="{CD6C190D-B404-4EE7-A601-BEC06BD96216}" srcOrd="2" destOrd="0" presId="urn:microsoft.com/office/officeart/2018/2/layout/IconVerticalSolidList"/>
    <dgm:cxn modelId="{4E8E88EA-37FC-49BC-B281-733ACBF5370B}" type="presParOf" srcId="{CD6C190D-B404-4EE7-A601-BEC06BD96216}" destId="{B0B2D670-5BE3-4844-B2D3-34CC964DD974}" srcOrd="0" destOrd="0" presId="urn:microsoft.com/office/officeart/2018/2/layout/IconVerticalSolidList"/>
    <dgm:cxn modelId="{A15700EB-0024-4B8E-99C8-61BD465F7DF5}" type="presParOf" srcId="{CD6C190D-B404-4EE7-A601-BEC06BD96216}" destId="{A0DAB429-F003-4A68-BB73-8EC9A57FC8FC}" srcOrd="1" destOrd="0" presId="urn:microsoft.com/office/officeart/2018/2/layout/IconVerticalSolidList"/>
    <dgm:cxn modelId="{02BE5A09-39CC-44F3-B725-295079B4A773}" type="presParOf" srcId="{CD6C190D-B404-4EE7-A601-BEC06BD96216}" destId="{9C46E197-F5A7-49EF-990C-E0DDC98A8052}" srcOrd="2" destOrd="0" presId="urn:microsoft.com/office/officeart/2018/2/layout/IconVerticalSolidList"/>
    <dgm:cxn modelId="{11B35FBC-F1E6-4669-A035-63005AAEA487}" type="presParOf" srcId="{CD6C190D-B404-4EE7-A601-BEC06BD96216}" destId="{3E8FB978-B276-4A3B-A277-12945053D6D2}" srcOrd="3" destOrd="0" presId="urn:microsoft.com/office/officeart/2018/2/layout/IconVerticalSolidList"/>
    <dgm:cxn modelId="{C4ABA2D1-B5F4-435B-AF22-AD911E45A356}" type="presParOf" srcId="{12CCE250-50A6-4A86-83BC-64F78A35A404}" destId="{42B41A88-0D05-4DD6-AD54-6ED1BE558E09}" srcOrd="3" destOrd="0" presId="urn:microsoft.com/office/officeart/2018/2/layout/IconVerticalSolidList"/>
    <dgm:cxn modelId="{E76DE536-BC12-4F8D-A142-AEDF24FF2DB0}" type="presParOf" srcId="{12CCE250-50A6-4A86-83BC-64F78A35A404}" destId="{01351FA9-886F-4CFF-A061-FDEF9298CB55}" srcOrd="4" destOrd="0" presId="urn:microsoft.com/office/officeart/2018/2/layout/IconVerticalSolidList"/>
    <dgm:cxn modelId="{14F1930A-ADB6-4D73-BD24-E0BAB89EBFB5}" type="presParOf" srcId="{01351FA9-886F-4CFF-A061-FDEF9298CB55}" destId="{2DADBEE8-C121-469A-A525-59C1A4AA13F2}" srcOrd="0" destOrd="0" presId="urn:microsoft.com/office/officeart/2018/2/layout/IconVerticalSolidList"/>
    <dgm:cxn modelId="{C0AEA3C2-CA62-4621-BC1C-4C376A27D83B}" type="presParOf" srcId="{01351FA9-886F-4CFF-A061-FDEF9298CB55}" destId="{5506B798-326D-440B-86AF-4881E49B588F}" srcOrd="1" destOrd="0" presId="urn:microsoft.com/office/officeart/2018/2/layout/IconVerticalSolidList"/>
    <dgm:cxn modelId="{3A04C13D-8072-4E07-BB52-D501F9D0ECCC}" type="presParOf" srcId="{01351FA9-886F-4CFF-A061-FDEF9298CB55}" destId="{36966502-FB7F-4E01-881F-B4360D3AF69E}" srcOrd="2" destOrd="0" presId="urn:microsoft.com/office/officeart/2018/2/layout/IconVerticalSolidList"/>
    <dgm:cxn modelId="{E1A92A7C-6CBB-421D-AD76-AF193358153D}" type="presParOf" srcId="{01351FA9-886F-4CFF-A061-FDEF9298CB55}" destId="{1C28F0D4-3F33-4CD9-8B6C-9544A8DC71F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FAAF58E-EA98-43E7-868C-70A82EB8C4C4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38CE16F-4188-49FE-B8E3-F0A7C044D968}">
      <dgm:prSet/>
      <dgm:spPr/>
      <dgm:t>
        <a:bodyPr/>
        <a:lstStyle/>
        <a:p>
          <a:r>
            <a:rPr lang="en-US"/>
            <a:t>Successful implementation and analysis of the Knapsack Problem algorithm</a:t>
          </a:r>
        </a:p>
      </dgm:t>
    </dgm:pt>
    <dgm:pt modelId="{F6F8A575-2B35-4A0A-A3A9-FEBD6852B759}" type="parTrans" cxnId="{D7BD4C00-2710-4128-97EC-1E9BB2D6639E}">
      <dgm:prSet/>
      <dgm:spPr/>
      <dgm:t>
        <a:bodyPr/>
        <a:lstStyle/>
        <a:p>
          <a:endParaRPr lang="en-US"/>
        </a:p>
      </dgm:t>
    </dgm:pt>
    <dgm:pt modelId="{718014B9-BBB4-45D0-A614-E6267F841134}" type="sibTrans" cxnId="{D7BD4C00-2710-4128-97EC-1E9BB2D6639E}">
      <dgm:prSet/>
      <dgm:spPr/>
      <dgm:t>
        <a:bodyPr/>
        <a:lstStyle/>
        <a:p>
          <a:endParaRPr lang="en-US"/>
        </a:p>
      </dgm:t>
    </dgm:pt>
    <dgm:pt modelId="{F19FB4F1-9C6B-48B3-A874-A3980D1FA085}">
      <dgm:prSet/>
      <dgm:spPr/>
      <dgm:t>
        <a:bodyPr/>
        <a:lstStyle/>
        <a:p>
          <a:r>
            <a:rPr lang="en-US"/>
            <a:t>Study and implementation of the 0/1 Knapsack and Fractional Knapsack algorithms</a:t>
          </a:r>
        </a:p>
      </dgm:t>
    </dgm:pt>
    <dgm:pt modelId="{4DFD1428-A790-45A9-8195-A0E60F99086F}" type="parTrans" cxnId="{813981AE-98F1-4D2B-9EFD-121C9BED1728}">
      <dgm:prSet/>
      <dgm:spPr/>
      <dgm:t>
        <a:bodyPr/>
        <a:lstStyle/>
        <a:p>
          <a:endParaRPr lang="en-US"/>
        </a:p>
      </dgm:t>
    </dgm:pt>
    <dgm:pt modelId="{94D752B0-3850-461F-B3CE-B1BD90A8AD72}" type="sibTrans" cxnId="{813981AE-98F1-4D2B-9EFD-121C9BED1728}">
      <dgm:prSet/>
      <dgm:spPr/>
      <dgm:t>
        <a:bodyPr/>
        <a:lstStyle/>
        <a:p>
          <a:endParaRPr lang="en-US"/>
        </a:p>
      </dgm:t>
    </dgm:pt>
    <dgm:pt modelId="{9FF5B5B7-576F-4E75-BFCA-D3C72621B85B}">
      <dgm:prSet/>
      <dgm:spPr/>
      <dgm:t>
        <a:bodyPr/>
        <a:lstStyle/>
        <a:p>
          <a:r>
            <a:rPr lang="en-US"/>
            <a:t>Optimal solution provided by the 0/1 Knapsack algorithm with O(nW) time complexity</a:t>
          </a:r>
        </a:p>
      </dgm:t>
    </dgm:pt>
    <dgm:pt modelId="{512B9E94-462F-4089-9FC0-11C06616B58C}" type="parTrans" cxnId="{7348F0D5-D98B-4E20-B60E-9B18772A30D7}">
      <dgm:prSet/>
      <dgm:spPr/>
      <dgm:t>
        <a:bodyPr/>
        <a:lstStyle/>
        <a:p>
          <a:endParaRPr lang="en-US"/>
        </a:p>
      </dgm:t>
    </dgm:pt>
    <dgm:pt modelId="{391106A9-E13A-4979-9797-458A92AC9BBC}" type="sibTrans" cxnId="{7348F0D5-D98B-4E20-B60E-9B18772A30D7}">
      <dgm:prSet/>
      <dgm:spPr/>
      <dgm:t>
        <a:bodyPr/>
        <a:lstStyle/>
        <a:p>
          <a:endParaRPr lang="en-US"/>
        </a:p>
      </dgm:t>
    </dgm:pt>
    <dgm:pt modelId="{8E6B80F3-5D29-42CB-A917-FC844F621386}">
      <dgm:prSet/>
      <dgm:spPr/>
      <dgm:t>
        <a:bodyPr/>
        <a:lstStyle/>
        <a:p>
          <a:r>
            <a:rPr lang="en-US"/>
            <a:t>Greedy approach demonstrated by the Fractional Knapsack algorithm with O(n log n) time complexity</a:t>
          </a:r>
        </a:p>
      </dgm:t>
    </dgm:pt>
    <dgm:pt modelId="{B6F12DD1-B7F8-4644-9845-26887650DC45}" type="parTrans" cxnId="{A65E3C0D-35F5-42D6-AC75-E21BFC9A6755}">
      <dgm:prSet/>
      <dgm:spPr/>
      <dgm:t>
        <a:bodyPr/>
        <a:lstStyle/>
        <a:p>
          <a:endParaRPr lang="en-US"/>
        </a:p>
      </dgm:t>
    </dgm:pt>
    <dgm:pt modelId="{D9876851-3DA3-4336-9C99-AACBCD506EFD}" type="sibTrans" cxnId="{A65E3C0D-35F5-42D6-AC75-E21BFC9A6755}">
      <dgm:prSet/>
      <dgm:spPr/>
      <dgm:t>
        <a:bodyPr/>
        <a:lstStyle/>
        <a:p>
          <a:endParaRPr lang="en-US"/>
        </a:p>
      </dgm:t>
    </dgm:pt>
    <dgm:pt modelId="{CB843FAD-C822-4F9A-A863-00851FC97341}">
      <dgm:prSet/>
      <dgm:spPr/>
      <dgm:t>
        <a:bodyPr/>
        <a:lstStyle/>
        <a:p>
          <a:r>
            <a:rPr lang="en-US"/>
            <a:t>Satisfactory results obtained from the algorithm execution</a:t>
          </a:r>
        </a:p>
      </dgm:t>
    </dgm:pt>
    <dgm:pt modelId="{1D587859-1AA3-4BE4-B75C-5033F9A29FBE}" type="parTrans" cxnId="{58DA81E5-92DD-4192-826D-E0BB18C7D9CA}">
      <dgm:prSet/>
      <dgm:spPr/>
      <dgm:t>
        <a:bodyPr/>
        <a:lstStyle/>
        <a:p>
          <a:endParaRPr lang="en-US"/>
        </a:p>
      </dgm:t>
    </dgm:pt>
    <dgm:pt modelId="{A351D81E-B668-45A8-B43B-0E8BC478E78F}" type="sibTrans" cxnId="{58DA81E5-92DD-4192-826D-E0BB18C7D9CA}">
      <dgm:prSet/>
      <dgm:spPr/>
      <dgm:t>
        <a:bodyPr/>
        <a:lstStyle/>
        <a:p>
          <a:endParaRPr lang="en-US"/>
        </a:p>
      </dgm:t>
    </dgm:pt>
    <dgm:pt modelId="{7FB53145-F148-4E17-8234-6A0369523C8F}">
      <dgm:prSet/>
      <dgm:spPr/>
      <dgm:t>
        <a:bodyPr/>
        <a:lstStyle/>
        <a:p>
          <a:r>
            <a:rPr lang="en-US"/>
            <a:t>Contributes to a better understanding of the Knapsack Problem</a:t>
          </a:r>
        </a:p>
      </dgm:t>
    </dgm:pt>
    <dgm:pt modelId="{E33C2A19-B4A8-4633-8B4E-C1CC8FCDF07E}" type="parTrans" cxnId="{8DC9B1F7-F939-4C96-9763-02D22844D673}">
      <dgm:prSet/>
      <dgm:spPr/>
      <dgm:t>
        <a:bodyPr/>
        <a:lstStyle/>
        <a:p>
          <a:endParaRPr lang="en-US"/>
        </a:p>
      </dgm:t>
    </dgm:pt>
    <dgm:pt modelId="{675FC735-A6CB-4BDF-9D92-F287052E219A}" type="sibTrans" cxnId="{8DC9B1F7-F939-4C96-9763-02D22844D673}">
      <dgm:prSet/>
      <dgm:spPr/>
      <dgm:t>
        <a:bodyPr/>
        <a:lstStyle/>
        <a:p>
          <a:endParaRPr lang="en-US"/>
        </a:p>
      </dgm:t>
    </dgm:pt>
    <dgm:pt modelId="{536DB1FB-C6E2-417C-A379-AA31E639D2FE}" type="pres">
      <dgm:prSet presAssocID="{2FAAF58E-EA98-43E7-868C-70A82EB8C4C4}" presName="vert0" presStyleCnt="0">
        <dgm:presLayoutVars>
          <dgm:dir/>
          <dgm:animOne val="branch"/>
          <dgm:animLvl val="lvl"/>
        </dgm:presLayoutVars>
      </dgm:prSet>
      <dgm:spPr/>
    </dgm:pt>
    <dgm:pt modelId="{3D95D5CF-B42F-45C2-9067-91000B3F3AB5}" type="pres">
      <dgm:prSet presAssocID="{738CE16F-4188-49FE-B8E3-F0A7C044D968}" presName="thickLine" presStyleLbl="alignNode1" presStyleIdx="0" presStyleCnt="6"/>
      <dgm:spPr/>
    </dgm:pt>
    <dgm:pt modelId="{95418C32-4011-4264-A493-5018511B369F}" type="pres">
      <dgm:prSet presAssocID="{738CE16F-4188-49FE-B8E3-F0A7C044D968}" presName="horz1" presStyleCnt="0"/>
      <dgm:spPr/>
    </dgm:pt>
    <dgm:pt modelId="{C957306D-B9DC-4F0F-B0BB-200B9DD3F4E5}" type="pres">
      <dgm:prSet presAssocID="{738CE16F-4188-49FE-B8E3-F0A7C044D968}" presName="tx1" presStyleLbl="revTx" presStyleIdx="0" presStyleCnt="6"/>
      <dgm:spPr/>
    </dgm:pt>
    <dgm:pt modelId="{737945F8-73C1-4663-BF64-28F88A136221}" type="pres">
      <dgm:prSet presAssocID="{738CE16F-4188-49FE-B8E3-F0A7C044D968}" presName="vert1" presStyleCnt="0"/>
      <dgm:spPr/>
    </dgm:pt>
    <dgm:pt modelId="{8DD78EB4-7DA3-4C42-B0A6-6E00D585D835}" type="pres">
      <dgm:prSet presAssocID="{F19FB4F1-9C6B-48B3-A874-A3980D1FA085}" presName="thickLine" presStyleLbl="alignNode1" presStyleIdx="1" presStyleCnt="6"/>
      <dgm:spPr/>
    </dgm:pt>
    <dgm:pt modelId="{6A3AACEB-D9B5-4EB1-A912-0C1E852A31FB}" type="pres">
      <dgm:prSet presAssocID="{F19FB4F1-9C6B-48B3-A874-A3980D1FA085}" presName="horz1" presStyleCnt="0"/>
      <dgm:spPr/>
    </dgm:pt>
    <dgm:pt modelId="{5BC67FC5-C61A-4210-9E44-6D3ECFEB1BAF}" type="pres">
      <dgm:prSet presAssocID="{F19FB4F1-9C6B-48B3-A874-A3980D1FA085}" presName="tx1" presStyleLbl="revTx" presStyleIdx="1" presStyleCnt="6"/>
      <dgm:spPr/>
    </dgm:pt>
    <dgm:pt modelId="{AC52322F-51EF-4802-A908-B90163FAEA77}" type="pres">
      <dgm:prSet presAssocID="{F19FB4F1-9C6B-48B3-A874-A3980D1FA085}" presName="vert1" presStyleCnt="0"/>
      <dgm:spPr/>
    </dgm:pt>
    <dgm:pt modelId="{26611B59-A9DC-4132-A315-8B77747B8A70}" type="pres">
      <dgm:prSet presAssocID="{9FF5B5B7-576F-4E75-BFCA-D3C72621B85B}" presName="thickLine" presStyleLbl="alignNode1" presStyleIdx="2" presStyleCnt="6"/>
      <dgm:spPr/>
    </dgm:pt>
    <dgm:pt modelId="{343FB994-3272-4C28-BABC-90E08807100D}" type="pres">
      <dgm:prSet presAssocID="{9FF5B5B7-576F-4E75-BFCA-D3C72621B85B}" presName="horz1" presStyleCnt="0"/>
      <dgm:spPr/>
    </dgm:pt>
    <dgm:pt modelId="{88B67EE2-0D7D-436D-819B-BBD572ACEFE5}" type="pres">
      <dgm:prSet presAssocID="{9FF5B5B7-576F-4E75-BFCA-D3C72621B85B}" presName="tx1" presStyleLbl="revTx" presStyleIdx="2" presStyleCnt="6"/>
      <dgm:spPr/>
    </dgm:pt>
    <dgm:pt modelId="{9AB84151-7D76-4CB4-846A-2EDEED943707}" type="pres">
      <dgm:prSet presAssocID="{9FF5B5B7-576F-4E75-BFCA-D3C72621B85B}" presName="vert1" presStyleCnt="0"/>
      <dgm:spPr/>
    </dgm:pt>
    <dgm:pt modelId="{06E4519B-A498-467F-BF97-350BD0235BB0}" type="pres">
      <dgm:prSet presAssocID="{8E6B80F3-5D29-42CB-A917-FC844F621386}" presName="thickLine" presStyleLbl="alignNode1" presStyleIdx="3" presStyleCnt="6"/>
      <dgm:spPr/>
    </dgm:pt>
    <dgm:pt modelId="{BC0C1EC2-EFD7-4D93-A06C-DE4A80513C32}" type="pres">
      <dgm:prSet presAssocID="{8E6B80F3-5D29-42CB-A917-FC844F621386}" presName="horz1" presStyleCnt="0"/>
      <dgm:spPr/>
    </dgm:pt>
    <dgm:pt modelId="{4ACF09FF-1D7C-4C35-8F5E-D30C68320F6B}" type="pres">
      <dgm:prSet presAssocID="{8E6B80F3-5D29-42CB-A917-FC844F621386}" presName="tx1" presStyleLbl="revTx" presStyleIdx="3" presStyleCnt="6"/>
      <dgm:spPr/>
    </dgm:pt>
    <dgm:pt modelId="{81CB405B-A9F1-4F0D-B96A-D4B2581C0BB9}" type="pres">
      <dgm:prSet presAssocID="{8E6B80F3-5D29-42CB-A917-FC844F621386}" presName="vert1" presStyleCnt="0"/>
      <dgm:spPr/>
    </dgm:pt>
    <dgm:pt modelId="{E53CC4C4-8C0F-46FA-8114-1689E3992F11}" type="pres">
      <dgm:prSet presAssocID="{CB843FAD-C822-4F9A-A863-00851FC97341}" presName="thickLine" presStyleLbl="alignNode1" presStyleIdx="4" presStyleCnt="6"/>
      <dgm:spPr/>
    </dgm:pt>
    <dgm:pt modelId="{CC51BB97-58EB-4F6C-8FE7-B55E0AA5C586}" type="pres">
      <dgm:prSet presAssocID="{CB843FAD-C822-4F9A-A863-00851FC97341}" presName="horz1" presStyleCnt="0"/>
      <dgm:spPr/>
    </dgm:pt>
    <dgm:pt modelId="{C5909661-2D3D-4AED-8BA5-62FBE0023A32}" type="pres">
      <dgm:prSet presAssocID="{CB843FAD-C822-4F9A-A863-00851FC97341}" presName="tx1" presStyleLbl="revTx" presStyleIdx="4" presStyleCnt="6"/>
      <dgm:spPr/>
    </dgm:pt>
    <dgm:pt modelId="{4752B6C0-5873-41DF-811C-C0CC84488104}" type="pres">
      <dgm:prSet presAssocID="{CB843FAD-C822-4F9A-A863-00851FC97341}" presName="vert1" presStyleCnt="0"/>
      <dgm:spPr/>
    </dgm:pt>
    <dgm:pt modelId="{64DA1CF3-15DA-4A53-8E4C-F686EE3BA9BE}" type="pres">
      <dgm:prSet presAssocID="{7FB53145-F148-4E17-8234-6A0369523C8F}" presName="thickLine" presStyleLbl="alignNode1" presStyleIdx="5" presStyleCnt="6"/>
      <dgm:spPr/>
    </dgm:pt>
    <dgm:pt modelId="{9AE9094A-39AF-4C9B-8C3E-9E878D16F60C}" type="pres">
      <dgm:prSet presAssocID="{7FB53145-F148-4E17-8234-6A0369523C8F}" presName="horz1" presStyleCnt="0"/>
      <dgm:spPr/>
    </dgm:pt>
    <dgm:pt modelId="{27F7DEDE-25AD-4139-9BA7-17AD3C4FB059}" type="pres">
      <dgm:prSet presAssocID="{7FB53145-F148-4E17-8234-6A0369523C8F}" presName="tx1" presStyleLbl="revTx" presStyleIdx="5" presStyleCnt="6"/>
      <dgm:spPr/>
    </dgm:pt>
    <dgm:pt modelId="{D928A7CF-6C8F-4CA4-98F4-634D2880D114}" type="pres">
      <dgm:prSet presAssocID="{7FB53145-F148-4E17-8234-6A0369523C8F}" presName="vert1" presStyleCnt="0"/>
      <dgm:spPr/>
    </dgm:pt>
  </dgm:ptLst>
  <dgm:cxnLst>
    <dgm:cxn modelId="{D7BD4C00-2710-4128-97EC-1E9BB2D6639E}" srcId="{2FAAF58E-EA98-43E7-868C-70A82EB8C4C4}" destId="{738CE16F-4188-49FE-B8E3-F0A7C044D968}" srcOrd="0" destOrd="0" parTransId="{F6F8A575-2B35-4A0A-A3A9-FEBD6852B759}" sibTransId="{718014B9-BBB4-45D0-A614-E6267F841134}"/>
    <dgm:cxn modelId="{A65E3C0D-35F5-42D6-AC75-E21BFC9A6755}" srcId="{2FAAF58E-EA98-43E7-868C-70A82EB8C4C4}" destId="{8E6B80F3-5D29-42CB-A917-FC844F621386}" srcOrd="3" destOrd="0" parTransId="{B6F12DD1-B7F8-4644-9845-26887650DC45}" sibTransId="{D9876851-3DA3-4336-9C99-AACBCD506EFD}"/>
    <dgm:cxn modelId="{FAC70F1A-AC6C-4EAC-A4AC-727A41CD1450}" type="presOf" srcId="{2FAAF58E-EA98-43E7-868C-70A82EB8C4C4}" destId="{536DB1FB-C6E2-417C-A379-AA31E639D2FE}" srcOrd="0" destOrd="0" presId="urn:microsoft.com/office/officeart/2008/layout/LinedList"/>
    <dgm:cxn modelId="{4E314B38-CDBB-44D7-8D92-07894152A0FF}" type="presOf" srcId="{9FF5B5B7-576F-4E75-BFCA-D3C72621B85B}" destId="{88B67EE2-0D7D-436D-819B-BBD572ACEFE5}" srcOrd="0" destOrd="0" presId="urn:microsoft.com/office/officeart/2008/layout/LinedList"/>
    <dgm:cxn modelId="{9CB34042-1E65-4C25-886F-778CB0BF775D}" type="presOf" srcId="{CB843FAD-C822-4F9A-A863-00851FC97341}" destId="{C5909661-2D3D-4AED-8BA5-62FBE0023A32}" srcOrd="0" destOrd="0" presId="urn:microsoft.com/office/officeart/2008/layout/LinedList"/>
    <dgm:cxn modelId="{C7CFC85A-4ABA-40D8-AFC1-76FD324D4015}" type="presOf" srcId="{8E6B80F3-5D29-42CB-A917-FC844F621386}" destId="{4ACF09FF-1D7C-4C35-8F5E-D30C68320F6B}" srcOrd="0" destOrd="0" presId="urn:microsoft.com/office/officeart/2008/layout/LinedList"/>
    <dgm:cxn modelId="{3D8F118A-3C24-4BD0-B5A1-08E0676D7933}" type="presOf" srcId="{7FB53145-F148-4E17-8234-6A0369523C8F}" destId="{27F7DEDE-25AD-4139-9BA7-17AD3C4FB059}" srcOrd="0" destOrd="0" presId="urn:microsoft.com/office/officeart/2008/layout/LinedList"/>
    <dgm:cxn modelId="{15387492-E475-457D-AC25-3D0FF1E6FD50}" type="presOf" srcId="{F19FB4F1-9C6B-48B3-A874-A3980D1FA085}" destId="{5BC67FC5-C61A-4210-9E44-6D3ECFEB1BAF}" srcOrd="0" destOrd="0" presId="urn:microsoft.com/office/officeart/2008/layout/LinedList"/>
    <dgm:cxn modelId="{813981AE-98F1-4D2B-9EFD-121C9BED1728}" srcId="{2FAAF58E-EA98-43E7-868C-70A82EB8C4C4}" destId="{F19FB4F1-9C6B-48B3-A874-A3980D1FA085}" srcOrd="1" destOrd="0" parTransId="{4DFD1428-A790-45A9-8195-A0E60F99086F}" sibTransId="{94D752B0-3850-461F-B3CE-B1BD90A8AD72}"/>
    <dgm:cxn modelId="{7348F0D5-D98B-4E20-B60E-9B18772A30D7}" srcId="{2FAAF58E-EA98-43E7-868C-70A82EB8C4C4}" destId="{9FF5B5B7-576F-4E75-BFCA-D3C72621B85B}" srcOrd="2" destOrd="0" parTransId="{512B9E94-462F-4089-9FC0-11C06616B58C}" sibTransId="{391106A9-E13A-4979-9797-458A92AC9BBC}"/>
    <dgm:cxn modelId="{6A4604D9-392D-4CA9-8787-A81A06EE4AFE}" type="presOf" srcId="{738CE16F-4188-49FE-B8E3-F0A7C044D968}" destId="{C957306D-B9DC-4F0F-B0BB-200B9DD3F4E5}" srcOrd="0" destOrd="0" presId="urn:microsoft.com/office/officeart/2008/layout/LinedList"/>
    <dgm:cxn modelId="{58DA81E5-92DD-4192-826D-E0BB18C7D9CA}" srcId="{2FAAF58E-EA98-43E7-868C-70A82EB8C4C4}" destId="{CB843FAD-C822-4F9A-A863-00851FC97341}" srcOrd="4" destOrd="0" parTransId="{1D587859-1AA3-4BE4-B75C-5033F9A29FBE}" sibTransId="{A351D81E-B668-45A8-B43B-0E8BC478E78F}"/>
    <dgm:cxn modelId="{8DC9B1F7-F939-4C96-9763-02D22844D673}" srcId="{2FAAF58E-EA98-43E7-868C-70A82EB8C4C4}" destId="{7FB53145-F148-4E17-8234-6A0369523C8F}" srcOrd="5" destOrd="0" parTransId="{E33C2A19-B4A8-4633-8B4E-C1CC8FCDF07E}" sibTransId="{675FC735-A6CB-4BDF-9D92-F287052E219A}"/>
    <dgm:cxn modelId="{9AFF5B71-27B6-41E4-A0D6-11269842FD2C}" type="presParOf" srcId="{536DB1FB-C6E2-417C-A379-AA31E639D2FE}" destId="{3D95D5CF-B42F-45C2-9067-91000B3F3AB5}" srcOrd="0" destOrd="0" presId="urn:microsoft.com/office/officeart/2008/layout/LinedList"/>
    <dgm:cxn modelId="{68606802-DE04-40EE-AEA7-63676AEEDA10}" type="presParOf" srcId="{536DB1FB-C6E2-417C-A379-AA31E639D2FE}" destId="{95418C32-4011-4264-A493-5018511B369F}" srcOrd="1" destOrd="0" presId="urn:microsoft.com/office/officeart/2008/layout/LinedList"/>
    <dgm:cxn modelId="{E65B35EA-983F-4DDA-812F-340CD6111E6A}" type="presParOf" srcId="{95418C32-4011-4264-A493-5018511B369F}" destId="{C957306D-B9DC-4F0F-B0BB-200B9DD3F4E5}" srcOrd="0" destOrd="0" presId="urn:microsoft.com/office/officeart/2008/layout/LinedList"/>
    <dgm:cxn modelId="{C1FF338C-DA2D-41E3-A202-54D6518C4E28}" type="presParOf" srcId="{95418C32-4011-4264-A493-5018511B369F}" destId="{737945F8-73C1-4663-BF64-28F88A136221}" srcOrd="1" destOrd="0" presId="urn:microsoft.com/office/officeart/2008/layout/LinedList"/>
    <dgm:cxn modelId="{33CBC902-0FA6-433B-AAC5-0656A837AF96}" type="presParOf" srcId="{536DB1FB-C6E2-417C-A379-AA31E639D2FE}" destId="{8DD78EB4-7DA3-4C42-B0A6-6E00D585D835}" srcOrd="2" destOrd="0" presId="urn:microsoft.com/office/officeart/2008/layout/LinedList"/>
    <dgm:cxn modelId="{3DE7BD27-C888-43AB-A41F-8F16AD967EF4}" type="presParOf" srcId="{536DB1FB-C6E2-417C-A379-AA31E639D2FE}" destId="{6A3AACEB-D9B5-4EB1-A912-0C1E852A31FB}" srcOrd="3" destOrd="0" presId="urn:microsoft.com/office/officeart/2008/layout/LinedList"/>
    <dgm:cxn modelId="{B6A25300-4D9F-4795-8721-FC42AF512FB1}" type="presParOf" srcId="{6A3AACEB-D9B5-4EB1-A912-0C1E852A31FB}" destId="{5BC67FC5-C61A-4210-9E44-6D3ECFEB1BAF}" srcOrd="0" destOrd="0" presId="urn:microsoft.com/office/officeart/2008/layout/LinedList"/>
    <dgm:cxn modelId="{813D3A09-A25A-4243-9C05-F256C286047D}" type="presParOf" srcId="{6A3AACEB-D9B5-4EB1-A912-0C1E852A31FB}" destId="{AC52322F-51EF-4802-A908-B90163FAEA77}" srcOrd="1" destOrd="0" presId="urn:microsoft.com/office/officeart/2008/layout/LinedList"/>
    <dgm:cxn modelId="{9A8E4990-AF58-4001-96A7-9647F159C148}" type="presParOf" srcId="{536DB1FB-C6E2-417C-A379-AA31E639D2FE}" destId="{26611B59-A9DC-4132-A315-8B77747B8A70}" srcOrd="4" destOrd="0" presId="urn:microsoft.com/office/officeart/2008/layout/LinedList"/>
    <dgm:cxn modelId="{47F666AC-B06B-4E8A-8E38-C7A199BFB475}" type="presParOf" srcId="{536DB1FB-C6E2-417C-A379-AA31E639D2FE}" destId="{343FB994-3272-4C28-BABC-90E08807100D}" srcOrd="5" destOrd="0" presId="urn:microsoft.com/office/officeart/2008/layout/LinedList"/>
    <dgm:cxn modelId="{6A8E3009-D244-47E5-94AA-D11E6CDE11C1}" type="presParOf" srcId="{343FB994-3272-4C28-BABC-90E08807100D}" destId="{88B67EE2-0D7D-436D-819B-BBD572ACEFE5}" srcOrd="0" destOrd="0" presId="urn:microsoft.com/office/officeart/2008/layout/LinedList"/>
    <dgm:cxn modelId="{E7BCE00A-F705-4FE7-A0ED-50DB313BECCE}" type="presParOf" srcId="{343FB994-3272-4C28-BABC-90E08807100D}" destId="{9AB84151-7D76-4CB4-846A-2EDEED943707}" srcOrd="1" destOrd="0" presId="urn:microsoft.com/office/officeart/2008/layout/LinedList"/>
    <dgm:cxn modelId="{6215E863-A126-4223-B3FB-B7451D4DF776}" type="presParOf" srcId="{536DB1FB-C6E2-417C-A379-AA31E639D2FE}" destId="{06E4519B-A498-467F-BF97-350BD0235BB0}" srcOrd="6" destOrd="0" presId="urn:microsoft.com/office/officeart/2008/layout/LinedList"/>
    <dgm:cxn modelId="{A496307B-BF84-4553-A221-E795EC5917BA}" type="presParOf" srcId="{536DB1FB-C6E2-417C-A379-AA31E639D2FE}" destId="{BC0C1EC2-EFD7-4D93-A06C-DE4A80513C32}" srcOrd="7" destOrd="0" presId="urn:microsoft.com/office/officeart/2008/layout/LinedList"/>
    <dgm:cxn modelId="{94A365C5-2554-4FE4-BCA6-5B5470DA3454}" type="presParOf" srcId="{BC0C1EC2-EFD7-4D93-A06C-DE4A80513C32}" destId="{4ACF09FF-1D7C-4C35-8F5E-D30C68320F6B}" srcOrd="0" destOrd="0" presId="urn:microsoft.com/office/officeart/2008/layout/LinedList"/>
    <dgm:cxn modelId="{02F74AB0-BEFA-48FB-8E84-DF73370F78CE}" type="presParOf" srcId="{BC0C1EC2-EFD7-4D93-A06C-DE4A80513C32}" destId="{81CB405B-A9F1-4F0D-B96A-D4B2581C0BB9}" srcOrd="1" destOrd="0" presId="urn:microsoft.com/office/officeart/2008/layout/LinedList"/>
    <dgm:cxn modelId="{800A2407-23FE-4D9D-A014-83FB13A5755C}" type="presParOf" srcId="{536DB1FB-C6E2-417C-A379-AA31E639D2FE}" destId="{E53CC4C4-8C0F-46FA-8114-1689E3992F11}" srcOrd="8" destOrd="0" presId="urn:microsoft.com/office/officeart/2008/layout/LinedList"/>
    <dgm:cxn modelId="{318C5FB1-D07A-4B66-B454-1A0820FDE126}" type="presParOf" srcId="{536DB1FB-C6E2-417C-A379-AA31E639D2FE}" destId="{CC51BB97-58EB-4F6C-8FE7-B55E0AA5C586}" srcOrd="9" destOrd="0" presId="urn:microsoft.com/office/officeart/2008/layout/LinedList"/>
    <dgm:cxn modelId="{FA0A23A6-EAC5-40E5-9289-2AD14FEDAB0F}" type="presParOf" srcId="{CC51BB97-58EB-4F6C-8FE7-B55E0AA5C586}" destId="{C5909661-2D3D-4AED-8BA5-62FBE0023A32}" srcOrd="0" destOrd="0" presId="urn:microsoft.com/office/officeart/2008/layout/LinedList"/>
    <dgm:cxn modelId="{57EDCBF6-C739-4666-8C5D-54116408E39F}" type="presParOf" srcId="{CC51BB97-58EB-4F6C-8FE7-B55E0AA5C586}" destId="{4752B6C0-5873-41DF-811C-C0CC84488104}" srcOrd="1" destOrd="0" presId="urn:microsoft.com/office/officeart/2008/layout/LinedList"/>
    <dgm:cxn modelId="{48540FDA-A05E-43FC-8B1B-C5783EE6F877}" type="presParOf" srcId="{536DB1FB-C6E2-417C-A379-AA31E639D2FE}" destId="{64DA1CF3-15DA-4A53-8E4C-F686EE3BA9BE}" srcOrd="10" destOrd="0" presId="urn:microsoft.com/office/officeart/2008/layout/LinedList"/>
    <dgm:cxn modelId="{D828B257-E26C-452A-8105-1933FF46AE86}" type="presParOf" srcId="{536DB1FB-C6E2-417C-A379-AA31E639D2FE}" destId="{9AE9094A-39AF-4C9B-8C3E-9E878D16F60C}" srcOrd="11" destOrd="0" presId="urn:microsoft.com/office/officeart/2008/layout/LinedList"/>
    <dgm:cxn modelId="{27BEA88F-BB86-4FC6-A8E2-AEBBCA133233}" type="presParOf" srcId="{9AE9094A-39AF-4C9B-8C3E-9E878D16F60C}" destId="{27F7DEDE-25AD-4139-9BA7-17AD3C4FB059}" srcOrd="0" destOrd="0" presId="urn:microsoft.com/office/officeart/2008/layout/LinedList"/>
    <dgm:cxn modelId="{20774551-6E68-4DD2-8708-BF7118FD936D}" type="presParOf" srcId="{9AE9094A-39AF-4C9B-8C3E-9E878D16F60C}" destId="{D928A7CF-6C8F-4CA4-98F4-634D2880D11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ADF28A-7BF9-4264-9C62-B5CDF3FD3945}">
      <dsp:nvSpPr>
        <dsp:cNvPr id="0" name=""/>
        <dsp:cNvSpPr/>
      </dsp:nvSpPr>
      <dsp:spPr>
        <a:xfrm>
          <a:off x="0" y="0"/>
          <a:ext cx="7744967" cy="67061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>
              <a:solidFill>
                <a:schemeClr val="tx1"/>
              </a:solidFill>
            </a:rPr>
            <a:t>M Daniyal Saffi (BSCS-31)</a:t>
          </a:r>
        </a:p>
      </dsp:txBody>
      <dsp:txXfrm>
        <a:off x="19641" y="19641"/>
        <a:ext cx="6942866" cy="631328"/>
      </dsp:txXfrm>
    </dsp:sp>
    <dsp:sp modelId="{3F2DB709-B808-41B3-9E8E-43C03889A587}">
      <dsp:nvSpPr>
        <dsp:cNvPr id="0" name=""/>
        <dsp:cNvSpPr/>
      </dsp:nvSpPr>
      <dsp:spPr>
        <a:xfrm>
          <a:off x="578358" y="763750"/>
          <a:ext cx="7744967" cy="67061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>
              <a:solidFill>
                <a:schemeClr val="tx1"/>
              </a:solidFill>
            </a:rPr>
            <a:t>Muhammad Sajid (BSCS-28)</a:t>
          </a:r>
        </a:p>
      </dsp:txBody>
      <dsp:txXfrm>
        <a:off x="597999" y="783391"/>
        <a:ext cx="6691431" cy="631328"/>
      </dsp:txXfrm>
    </dsp:sp>
    <dsp:sp modelId="{864E4D78-7AF4-41B4-A5E6-B1FD80B60D85}">
      <dsp:nvSpPr>
        <dsp:cNvPr id="0" name=""/>
        <dsp:cNvSpPr/>
      </dsp:nvSpPr>
      <dsp:spPr>
        <a:xfrm>
          <a:off x="1156716" y="1527500"/>
          <a:ext cx="7744967" cy="67061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>
              <a:solidFill>
                <a:schemeClr val="tx1"/>
              </a:solidFill>
            </a:rPr>
            <a:t>Course: Analysis of Algorithm </a:t>
          </a:r>
        </a:p>
      </dsp:txBody>
      <dsp:txXfrm>
        <a:off x="1176357" y="1547141"/>
        <a:ext cx="6691431" cy="631328"/>
      </dsp:txXfrm>
    </dsp:sp>
    <dsp:sp modelId="{4AD3B71B-DD77-4BD3-B9C7-ED78F2BF8655}">
      <dsp:nvSpPr>
        <dsp:cNvPr id="0" name=""/>
        <dsp:cNvSpPr/>
      </dsp:nvSpPr>
      <dsp:spPr>
        <a:xfrm>
          <a:off x="1735073" y="2291251"/>
          <a:ext cx="7744967" cy="67061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>
              <a:solidFill>
                <a:schemeClr val="tx1"/>
              </a:solidFill>
            </a:rPr>
            <a:t>Department of Computer Science</a:t>
          </a:r>
        </a:p>
      </dsp:txBody>
      <dsp:txXfrm>
        <a:off x="1754714" y="2310892"/>
        <a:ext cx="6691431" cy="631328"/>
      </dsp:txXfrm>
    </dsp:sp>
    <dsp:sp modelId="{2B8DE888-F688-40DE-A0FC-0A760D63DE00}">
      <dsp:nvSpPr>
        <dsp:cNvPr id="0" name=""/>
        <dsp:cNvSpPr/>
      </dsp:nvSpPr>
      <dsp:spPr>
        <a:xfrm>
          <a:off x="2313432" y="3055001"/>
          <a:ext cx="7744967" cy="67061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>
              <a:solidFill>
                <a:schemeClr val="tx1"/>
              </a:solidFill>
            </a:rPr>
            <a:t>Namal University, Mianwali</a:t>
          </a:r>
        </a:p>
      </dsp:txBody>
      <dsp:txXfrm>
        <a:off x="2333073" y="3074642"/>
        <a:ext cx="6691431" cy="631328"/>
      </dsp:txXfrm>
    </dsp:sp>
    <dsp:sp modelId="{6E99AF87-22AC-4032-A68A-E5045C40A19C}">
      <dsp:nvSpPr>
        <dsp:cNvPr id="0" name=""/>
        <dsp:cNvSpPr/>
      </dsp:nvSpPr>
      <dsp:spPr>
        <a:xfrm>
          <a:off x="7309071" y="489917"/>
          <a:ext cx="435896" cy="43589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b="1" kern="1200">
            <a:solidFill>
              <a:schemeClr val="tx1"/>
            </a:solidFill>
          </a:endParaRPr>
        </a:p>
      </dsp:txBody>
      <dsp:txXfrm>
        <a:off x="7407148" y="489917"/>
        <a:ext cx="239742" cy="328012"/>
      </dsp:txXfrm>
    </dsp:sp>
    <dsp:sp modelId="{2AD57D27-FBF7-41B0-903F-6D40A94F9782}">
      <dsp:nvSpPr>
        <dsp:cNvPr id="0" name=""/>
        <dsp:cNvSpPr/>
      </dsp:nvSpPr>
      <dsp:spPr>
        <a:xfrm>
          <a:off x="7887429" y="1253668"/>
          <a:ext cx="435896" cy="435896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b="1" kern="1200">
            <a:solidFill>
              <a:schemeClr val="tx1"/>
            </a:solidFill>
          </a:endParaRPr>
        </a:p>
      </dsp:txBody>
      <dsp:txXfrm>
        <a:off x="7985506" y="1253668"/>
        <a:ext cx="239742" cy="328012"/>
      </dsp:txXfrm>
    </dsp:sp>
    <dsp:sp modelId="{9C71109A-E377-4BB3-A6DA-876E7078FCDD}">
      <dsp:nvSpPr>
        <dsp:cNvPr id="0" name=""/>
        <dsp:cNvSpPr/>
      </dsp:nvSpPr>
      <dsp:spPr>
        <a:xfrm>
          <a:off x="8465787" y="2006242"/>
          <a:ext cx="435896" cy="435896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b="1" kern="1200">
            <a:solidFill>
              <a:schemeClr val="tx1"/>
            </a:solidFill>
          </a:endParaRPr>
        </a:p>
      </dsp:txBody>
      <dsp:txXfrm>
        <a:off x="8563864" y="2006242"/>
        <a:ext cx="239742" cy="328012"/>
      </dsp:txXfrm>
    </dsp:sp>
    <dsp:sp modelId="{F369F1C1-6577-4849-974B-9A30BB3A5772}">
      <dsp:nvSpPr>
        <dsp:cNvPr id="0" name=""/>
        <dsp:cNvSpPr/>
      </dsp:nvSpPr>
      <dsp:spPr>
        <a:xfrm>
          <a:off x="9044145" y="2777443"/>
          <a:ext cx="435896" cy="435896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b="1" kern="1200">
            <a:solidFill>
              <a:schemeClr val="tx1"/>
            </a:solidFill>
          </a:endParaRPr>
        </a:p>
      </dsp:txBody>
      <dsp:txXfrm>
        <a:off x="9142222" y="2777443"/>
        <a:ext cx="239742" cy="3280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21E399-07A2-4468-83C8-926DCE86F09C}">
      <dsp:nvSpPr>
        <dsp:cNvPr id="0" name=""/>
        <dsp:cNvSpPr/>
      </dsp:nvSpPr>
      <dsp:spPr>
        <a:xfrm>
          <a:off x="60007" y="331"/>
          <a:ext cx="1962744" cy="1177646"/>
        </a:xfrm>
        <a:prstGeom prst="rect">
          <a:avLst/>
        </a:prstGeom>
        <a:solidFill>
          <a:srgbClr val="00FFFF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flat" dir="tl">
            <a:rot lat="0" lon="0" rev="4200000"/>
          </a:lightRig>
        </a:scene3d>
        <a:sp3d prstMaterial="flat">
          <a:bevelT w="50800" h="63500" prst="rible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solidFill>
                <a:schemeClr val="tx1"/>
              </a:solidFill>
            </a:rPr>
            <a:t>Introduction</a:t>
          </a:r>
        </a:p>
      </dsp:txBody>
      <dsp:txXfrm>
        <a:off x="60007" y="331"/>
        <a:ext cx="1962744" cy="1177646"/>
      </dsp:txXfrm>
    </dsp:sp>
    <dsp:sp modelId="{D50949BD-6CAA-4265-9FCE-F28F3390964E}">
      <dsp:nvSpPr>
        <dsp:cNvPr id="0" name=""/>
        <dsp:cNvSpPr/>
      </dsp:nvSpPr>
      <dsp:spPr>
        <a:xfrm>
          <a:off x="2219026" y="331"/>
          <a:ext cx="1962744" cy="1177646"/>
        </a:xfrm>
        <a:prstGeom prst="rect">
          <a:avLst/>
        </a:prstGeom>
        <a:solidFill>
          <a:srgbClr val="00FFFF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flat" dir="tl">
            <a:rot lat="0" lon="0" rev="4200000"/>
          </a:lightRig>
        </a:scene3d>
        <a:sp3d prstMaterial="flat">
          <a:bevelT w="50800" h="63500" prst="rible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solidFill>
                <a:schemeClr val="tx1"/>
              </a:solidFill>
            </a:rPr>
            <a:t>Aim</a:t>
          </a:r>
        </a:p>
      </dsp:txBody>
      <dsp:txXfrm>
        <a:off x="2219026" y="331"/>
        <a:ext cx="1962744" cy="1177646"/>
      </dsp:txXfrm>
    </dsp:sp>
    <dsp:sp modelId="{8D814D5D-0FB7-4EC0-B89C-E8A7B1DCA303}">
      <dsp:nvSpPr>
        <dsp:cNvPr id="0" name=""/>
        <dsp:cNvSpPr/>
      </dsp:nvSpPr>
      <dsp:spPr>
        <a:xfrm>
          <a:off x="4378045" y="331"/>
          <a:ext cx="1962744" cy="1177646"/>
        </a:xfrm>
        <a:prstGeom prst="rect">
          <a:avLst/>
        </a:prstGeom>
        <a:solidFill>
          <a:srgbClr val="00FFFF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flat" dir="tl">
            <a:rot lat="0" lon="0" rev="4200000"/>
          </a:lightRig>
        </a:scene3d>
        <a:sp3d prstMaterial="flat">
          <a:bevelT w="50800" h="63500" prst="rible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solidFill>
                <a:schemeClr val="tx1"/>
              </a:solidFill>
            </a:rPr>
            <a:t>Algorithm Design</a:t>
          </a:r>
        </a:p>
      </dsp:txBody>
      <dsp:txXfrm>
        <a:off x="4378045" y="331"/>
        <a:ext cx="1962744" cy="1177646"/>
      </dsp:txXfrm>
    </dsp:sp>
    <dsp:sp modelId="{D0E9B551-8D31-46F4-B958-387A65E4084D}">
      <dsp:nvSpPr>
        <dsp:cNvPr id="0" name=""/>
        <dsp:cNvSpPr/>
      </dsp:nvSpPr>
      <dsp:spPr>
        <a:xfrm>
          <a:off x="60007" y="1374252"/>
          <a:ext cx="1962744" cy="1177646"/>
        </a:xfrm>
        <a:prstGeom prst="rect">
          <a:avLst/>
        </a:prstGeom>
        <a:solidFill>
          <a:srgbClr val="00FFFF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flat" dir="tl">
            <a:rot lat="0" lon="0" rev="4200000"/>
          </a:lightRig>
        </a:scene3d>
        <a:sp3d prstMaterial="flat">
          <a:bevelT w="50800" h="63500" prst="rible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solidFill>
                <a:schemeClr val="tx1"/>
              </a:solidFill>
            </a:rPr>
            <a:t>Algorithm Analysis</a:t>
          </a:r>
        </a:p>
      </dsp:txBody>
      <dsp:txXfrm>
        <a:off x="60007" y="1374252"/>
        <a:ext cx="1962744" cy="1177646"/>
      </dsp:txXfrm>
    </dsp:sp>
    <dsp:sp modelId="{619435BA-C8EE-495E-9285-E201E1515F69}">
      <dsp:nvSpPr>
        <dsp:cNvPr id="0" name=""/>
        <dsp:cNvSpPr/>
      </dsp:nvSpPr>
      <dsp:spPr>
        <a:xfrm>
          <a:off x="2219026" y="1374252"/>
          <a:ext cx="1962744" cy="1177646"/>
        </a:xfrm>
        <a:prstGeom prst="rect">
          <a:avLst/>
        </a:prstGeom>
        <a:solidFill>
          <a:srgbClr val="00FFFF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flat" dir="tl">
            <a:rot lat="0" lon="0" rev="4200000"/>
          </a:lightRig>
        </a:scene3d>
        <a:sp3d prstMaterial="flat">
          <a:bevelT w="50800" h="63500" prst="rible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solidFill>
                <a:schemeClr val="tx1"/>
              </a:solidFill>
            </a:rPr>
            <a:t>Algorithm Execution</a:t>
          </a:r>
        </a:p>
      </dsp:txBody>
      <dsp:txXfrm>
        <a:off x="2219026" y="1374252"/>
        <a:ext cx="1962744" cy="1177646"/>
      </dsp:txXfrm>
    </dsp:sp>
    <dsp:sp modelId="{31B23224-DDD1-4E7B-A01C-05BDF783CA43}">
      <dsp:nvSpPr>
        <dsp:cNvPr id="0" name=""/>
        <dsp:cNvSpPr/>
      </dsp:nvSpPr>
      <dsp:spPr>
        <a:xfrm>
          <a:off x="4378045" y="1374252"/>
          <a:ext cx="1962744" cy="1177646"/>
        </a:xfrm>
        <a:prstGeom prst="rect">
          <a:avLst/>
        </a:prstGeom>
        <a:solidFill>
          <a:srgbClr val="00FFFF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flat" dir="tl">
            <a:rot lat="0" lon="0" rev="4200000"/>
          </a:lightRig>
        </a:scene3d>
        <a:sp3d prstMaterial="flat">
          <a:bevelT w="50800" h="63500" prst="rible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solidFill>
                <a:schemeClr val="tx1"/>
              </a:solidFill>
            </a:rPr>
            <a:t>Code</a:t>
          </a:r>
        </a:p>
      </dsp:txBody>
      <dsp:txXfrm>
        <a:off x="4378045" y="1374252"/>
        <a:ext cx="1962744" cy="1177646"/>
      </dsp:txXfrm>
    </dsp:sp>
    <dsp:sp modelId="{D843F839-B78E-4908-87BD-0BA1A27FD555}">
      <dsp:nvSpPr>
        <dsp:cNvPr id="0" name=""/>
        <dsp:cNvSpPr/>
      </dsp:nvSpPr>
      <dsp:spPr>
        <a:xfrm>
          <a:off x="2219026" y="2748173"/>
          <a:ext cx="1962744" cy="1177646"/>
        </a:xfrm>
        <a:prstGeom prst="rect">
          <a:avLst/>
        </a:prstGeom>
        <a:solidFill>
          <a:srgbClr val="00FFFF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flat" dir="tl">
            <a:rot lat="0" lon="0" rev="4200000"/>
          </a:lightRig>
        </a:scene3d>
        <a:sp3d prstMaterial="flat">
          <a:bevelT w="50800" h="63500" prst="rible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chemeClr val="tx1"/>
              </a:solidFill>
            </a:rPr>
            <a:t>Conclusion</a:t>
          </a:r>
        </a:p>
      </dsp:txBody>
      <dsp:txXfrm>
        <a:off x="2219026" y="2748173"/>
        <a:ext cx="1962744" cy="117764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AED988-9C06-4643-B2FF-DD24EE4CEAE0}">
      <dsp:nvSpPr>
        <dsp:cNvPr id="0" name=""/>
        <dsp:cNvSpPr/>
      </dsp:nvSpPr>
      <dsp:spPr>
        <a:xfrm>
          <a:off x="2046615" y="2349"/>
          <a:ext cx="8186460" cy="1217049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840" tIns="309131" rIns="158840" bIns="309131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Implement and analyze the Knapsack Problem algorithm in Python.</a:t>
          </a:r>
        </a:p>
      </dsp:txBody>
      <dsp:txXfrm>
        <a:off x="2046615" y="2349"/>
        <a:ext cx="8186460" cy="1217049"/>
      </dsp:txXfrm>
    </dsp:sp>
    <dsp:sp modelId="{1690326E-C9E9-4822-B07E-129B63013582}">
      <dsp:nvSpPr>
        <dsp:cNvPr id="0" name=""/>
        <dsp:cNvSpPr/>
      </dsp:nvSpPr>
      <dsp:spPr>
        <a:xfrm>
          <a:off x="0" y="2349"/>
          <a:ext cx="2046615" cy="1217049"/>
        </a:xfrm>
        <a:prstGeom prst="rect">
          <a:avLst/>
        </a:prstGeom>
        <a:solidFill>
          <a:srgbClr val="00FFFF"/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8300" tIns="120217" rIns="108300" bIns="120217" numCol="1" spcCol="1270" anchor="ctr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chemeClr val="tx1"/>
              </a:solidFill>
            </a:rPr>
            <a:t>Implement and analyze</a:t>
          </a:r>
        </a:p>
      </dsp:txBody>
      <dsp:txXfrm>
        <a:off x="0" y="2349"/>
        <a:ext cx="2046615" cy="1217049"/>
      </dsp:txXfrm>
    </dsp:sp>
    <dsp:sp modelId="{C24EB011-B308-4364-B35E-7BE7136BE767}">
      <dsp:nvSpPr>
        <dsp:cNvPr id="0" name=""/>
        <dsp:cNvSpPr/>
      </dsp:nvSpPr>
      <dsp:spPr>
        <a:xfrm>
          <a:off x="2046615" y="1292422"/>
          <a:ext cx="8186460" cy="1217049"/>
        </a:xfrm>
        <a:prstGeom prst="rect">
          <a:avLst/>
        </a:prstGeom>
        <a:solidFill>
          <a:schemeClr val="accent5">
            <a:tint val="40000"/>
            <a:alpha val="90000"/>
            <a:hueOff val="868450"/>
            <a:satOff val="1599"/>
            <a:lumOff val="708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868450"/>
              <a:satOff val="1599"/>
              <a:lumOff val="70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840" tIns="309131" rIns="158840" bIns="309131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- Maximize total profit of selected items with a limited knapsack capacity.</a:t>
          </a:r>
        </a:p>
      </dsp:txBody>
      <dsp:txXfrm>
        <a:off x="2046615" y="1292422"/>
        <a:ext cx="8186460" cy="1217049"/>
      </dsp:txXfrm>
    </dsp:sp>
    <dsp:sp modelId="{F35D7F8E-9666-444B-982E-CFCB44EF7E5D}">
      <dsp:nvSpPr>
        <dsp:cNvPr id="0" name=""/>
        <dsp:cNvSpPr/>
      </dsp:nvSpPr>
      <dsp:spPr>
        <a:xfrm>
          <a:off x="0" y="1292422"/>
          <a:ext cx="2046615" cy="1217049"/>
        </a:xfrm>
        <a:prstGeom prst="rect">
          <a:avLst/>
        </a:prstGeom>
        <a:solidFill>
          <a:srgbClr val="00FFFF"/>
        </a:solidFill>
        <a:ln w="6350" cap="flat" cmpd="sng" algn="ctr">
          <a:solidFill>
            <a:schemeClr val="accent5">
              <a:hueOff val="785595"/>
              <a:satOff val="-3757"/>
              <a:lumOff val="4118"/>
              <a:alphaOff val="0"/>
            </a:schemeClr>
          </a:solidFill>
          <a:prstDash val="solid"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8300" tIns="120217" rIns="108300" bIns="120217" numCol="1" spcCol="1270" anchor="ctr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solidFill>
                <a:schemeClr val="tx1"/>
              </a:solidFill>
            </a:rPr>
            <a:t>Maximize</a:t>
          </a:r>
        </a:p>
      </dsp:txBody>
      <dsp:txXfrm>
        <a:off x="0" y="1292422"/>
        <a:ext cx="2046615" cy="1217049"/>
      </dsp:txXfrm>
    </dsp:sp>
    <dsp:sp modelId="{80855C59-A2A9-439B-9052-896FAE62B876}">
      <dsp:nvSpPr>
        <dsp:cNvPr id="0" name=""/>
        <dsp:cNvSpPr/>
      </dsp:nvSpPr>
      <dsp:spPr>
        <a:xfrm>
          <a:off x="2046615" y="2582494"/>
          <a:ext cx="8186460" cy="1217049"/>
        </a:xfrm>
        <a:prstGeom prst="rect">
          <a:avLst/>
        </a:prstGeom>
        <a:solidFill>
          <a:schemeClr val="accent5">
            <a:tint val="40000"/>
            <a:alpha val="90000"/>
            <a:hueOff val="1736901"/>
            <a:satOff val="3197"/>
            <a:lumOff val="1417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1736901"/>
              <a:satOff val="3197"/>
              <a:lumOff val="1417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840" tIns="309131" rIns="158840" bIns="309131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- Focus on 0/1 Knapsack and Fractional Knapsack algorithms.</a:t>
          </a:r>
        </a:p>
      </dsp:txBody>
      <dsp:txXfrm>
        <a:off x="2046615" y="2582494"/>
        <a:ext cx="8186460" cy="1217049"/>
      </dsp:txXfrm>
    </dsp:sp>
    <dsp:sp modelId="{C1BEB35E-4675-4CDD-85B4-9054426D362D}">
      <dsp:nvSpPr>
        <dsp:cNvPr id="0" name=""/>
        <dsp:cNvSpPr/>
      </dsp:nvSpPr>
      <dsp:spPr>
        <a:xfrm>
          <a:off x="0" y="2582494"/>
          <a:ext cx="2046615" cy="1217049"/>
        </a:xfrm>
        <a:prstGeom prst="rect">
          <a:avLst/>
        </a:prstGeom>
        <a:solidFill>
          <a:srgbClr val="00FFFF"/>
        </a:solidFill>
        <a:ln w="6350" cap="flat" cmpd="sng" algn="ctr">
          <a:solidFill>
            <a:schemeClr val="accent5">
              <a:hueOff val="1571189"/>
              <a:satOff val="-7513"/>
              <a:lumOff val="8235"/>
              <a:alphaOff val="0"/>
            </a:schemeClr>
          </a:solidFill>
          <a:prstDash val="solid"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8300" tIns="120217" rIns="108300" bIns="120217" numCol="1" spcCol="1270" anchor="ctr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solidFill>
                <a:schemeClr val="tx1"/>
              </a:solidFill>
            </a:rPr>
            <a:t>Focus on</a:t>
          </a:r>
        </a:p>
      </dsp:txBody>
      <dsp:txXfrm>
        <a:off x="0" y="2582494"/>
        <a:ext cx="2046615" cy="1217049"/>
      </dsp:txXfrm>
    </dsp:sp>
    <dsp:sp modelId="{F7002756-182B-4434-B38A-0200048C730C}">
      <dsp:nvSpPr>
        <dsp:cNvPr id="0" name=""/>
        <dsp:cNvSpPr/>
      </dsp:nvSpPr>
      <dsp:spPr>
        <a:xfrm>
          <a:off x="2046615" y="3872566"/>
          <a:ext cx="8186460" cy="1217049"/>
        </a:xfrm>
        <a:prstGeom prst="rect">
          <a:avLst/>
        </a:prstGeom>
        <a:solidFill>
          <a:schemeClr val="accent5">
            <a:tint val="40000"/>
            <a:alpha val="90000"/>
            <a:hueOff val="2605351"/>
            <a:satOff val="4796"/>
            <a:lumOff val="2125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2605351"/>
              <a:satOff val="4796"/>
              <a:lumOff val="212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840" tIns="309131" rIns="158840" bIns="309131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- Optimize item selection based on weights, profits, and capacity constraint.</a:t>
          </a:r>
        </a:p>
      </dsp:txBody>
      <dsp:txXfrm>
        <a:off x="2046615" y="3872566"/>
        <a:ext cx="8186460" cy="1217049"/>
      </dsp:txXfrm>
    </dsp:sp>
    <dsp:sp modelId="{37461F53-448C-4B3C-A490-54F9B6697E32}">
      <dsp:nvSpPr>
        <dsp:cNvPr id="0" name=""/>
        <dsp:cNvSpPr/>
      </dsp:nvSpPr>
      <dsp:spPr>
        <a:xfrm>
          <a:off x="0" y="3872566"/>
          <a:ext cx="2046615" cy="1217049"/>
        </a:xfrm>
        <a:prstGeom prst="rect">
          <a:avLst/>
        </a:prstGeom>
        <a:solidFill>
          <a:srgbClr val="00FFFF"/>
        </a:solidFill>
        <a:ln w="6350" cap="flat" cmpd="sng" algn="ctr">
          <a:solidFill>
            <a:schemeClr val="accent5">
              <a:hueOff val="2356783"/>
              <a:satOff val="-11270"/>
              <a:lumOff val="12353"/>
              <a:alphaOff val="0"/>
            </a:schemeClr>
          </a:solidFill>
          <a:prstDash val="solid"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8300" tIns="120217" rIns="108300" bIns="120217" numCol="1" spcCol="1270" anchor="ctr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solidFill>
                <a:schemeClr val="tx1"/>
              </a:solidFill>
            </a:rPr>
            <a:t>Optimize</a:t>
          </a:r>
        </a:p>
      </dsp:txBody>
      <dsp:txXfrm>
        <a:off x="0" y="3872566"/>
        <a:ext cx="2046615" cy="121704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50CB05-B9C4-45F3-9211-CB0064F43ED6}">
      <dsp:nvSpPr>
        <dsp:cNvPr id="0" name=""/>
        <dsp:cNvSpPr/>
      </dsp:nvSpPr>
      <dsp:spPr>
        <a:xfrm>
          <a:off x="0" y="2065"/>
          <a:ext cx="9600470" cy="104690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0F4BD0-9A0B-4451-9BAE-04FCA647C6E0}">
      <dsp:nvSpPr>
        <dsp:cNvPr id="0" name=""/>
        <dsp:cNvSpPr/>
      </dsp:nvSpPr>
      <dsp:spPr>
        <a:xfrm>
          <a:off x="316689" y="237620"/>
          <a:ext cx="575799" cy="57579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AD3364-A519-40B0-9BB6-060F5408911B}">
      <dsp:nvSpPr>
        <dsp:cNvPr id="0" name=""/>
        <dsp:cNvSpPr/>
      </dsp:nvSpPr>
      <dsp:spPr>
        <a:xfrm>
          <a:off x="1209179" y="2065"/>
          <a:ext cx="8391290" cy="10469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798" tIns="110798" rIns="110798" bIns="11079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- Sort weights in ascending order and create a profit value list.</a:t>
          </a:r>
        </a:p>
      </dsp:txBody>
      <dsp:txXfrm>
        <a:off x="1209179" y="2065"/>
        <a:ext cx="8391290" cy="1046908"/>
      </dsp:txXfrm>
    </dsp:sp>
    <dsp:sp modelId="{C1D604B7-CDE6-4428-87B4-0D13370E4E4F}">
      <dsp:nvSpPr>
        <dsp:cNvPr id="0" name=""/>
        <dsp:cNvSpPr/>
      </dsp:nvSpPr>
      <dsp:spPr>
        <a:xfrm>
          <a:off x="0" y="1310701"/>
          <a:ext cx="9600470" cy="104690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525B4A-0AF0-4739-B556-08204BCD3EFE}">
      <dsp:nvSpPr>
        <dsp:cNvPr id="0" name=""/>
        <dsp:cNvSpPr/>
      </dsp:nvSpPr>
      <dsp:spPr>
        <a:xfrm>
          <a:off x="316689" y="1546256"/>
          <a:ext cx="575799" cy="57579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CC2D66-7712-411D-B65F-8E6E28F384BD}">
      <dsp:nvSpPr>
        <dsp:cNvPr id="0" name=""/>
        <dsp:cNvSpPr/>
      </dsp:nvSpPr>
      <dsp:spPr>
        <a:xfrm>
          <a:off x="1209179" y="1310701"/>
          <a:ext cx="8391290" cy="10469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798" tIns="110798" rIns="110798" bIns="11079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- Initialize a table with zero entries for maximum achievable profit.</a:t>
          </a:r>
        </a:p>
      </dsp:txBody>
      <dsp:txXfrm>
        <a:off x="1209179" y="1310701"/>
        <a:ext cx="8391290" cy="1046908"/>
      </dsp:txXfrm>
    </dsp:sp>
    <dsp:sp modelId="{99B67BD2-D31B-4A58-8739-C69605F5DE4A}">
      <dsp:nvSpPr>
        <dsp:cNvPr id="0" name=""/>
        <dsp:cNvSpPr/>
      </dsp:nvSpPr>
      <dsp:spPr>
        <a:xfrm>
          <a:off x="0" y="2619337"/>
          <a:ext cx="9600470" cy="104690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38C86F-4572-476D-8DAF-9986C1C9DF37}">
      <dsp:nvSpPr>
        <dsp:cNvPr id="0" name=""/>
        <dsp:cNvSpPr/>
      </dsp:nvSpPr>
      <dsp:spPr>
        <a:xfrm>
          <a:off x="316689" y="2854892"/>
          <a:ext cx="575799" cy="57579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705F55-834B-4381-878A-B280D13200C0}">
      <dsp:nvSpPr>
        <dsp:cNvPr id="0" name=""/>
        <dsp:cNvSpPr/>
      </dsp:nvSpPr>
      <dsp:spPr>
        <a:xfrm>
          <a:off x="1209179" y="2619337"/>
          <a:ext cx="8391290" cy="10469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798" tIns="110798" rIns="110798" bIns="11079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- </a:t>
          </a:r>
          <a:r>
            <a:rPr lang="en-US" sz="2200" b="1" kern="1200" dirty="0"/>
            <a:t>Iterate over items and capacities, fill table based on maximum profit.</a:t>
          </a:r>
        </a:p>
      </dsp:txBody>
      <dsp:txXfrm>
        <a:off x="1209179" y="2619337"/>
        <a:ext cx="8391290" cy="1046908"/>
      </dsp:txXfrm>
    </dsp:sp>
    <dsp:sp modelId="{0E12BD6A-6FF6-40F9-B72F-F6610A6C17B8}">
      <dsp:nvSpPr>
        <dsp:cNvPr id="0" name=""/>
        <dsp:cNvSpPr/>
      </dsp:nvSpPr>
      <dsp:spPr>
        <a:xfrm>
          <a:off x="0" y="3927973"/>
          <a:ext cx="9600470" cy="104690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D626B7-7CA3-486A-8118-B61B214AAD1E}">
      <dsp:nvSpPr>
        <dsp:cNvPr id="0" name=""/>
        <dsp:cNvSpPr/>
      </dsp:nvSpPr>
      <dsp:spPr>
        <a:xfrm>
          <a:off x="316689" y="4163528"/>
          <a:ext cx="575799" cy="57579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DB4211-3000-4B54-9A7E-537E9D78E4A1}">
      <dsp:nvSpPr>
        <dsp:cNvPr id="0" name=""/>
        <dsp:cNvSpPr/>
      </dsp:nvSpPr>
      <dsp:spPr>
        <a:xfrm>
          <a:off x="1209179" y="3927973"/>
          <a:ext cx="8391290" cy="10469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798" tIns="110798" rIns="110798" bIns="11079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- </a:t>
          </a:r>
          <a:r>
            <a:rPr lang="en-US" sz="2200" b="1" kern="1200" dirty="0"/>
            <a:t>Backtrack through the table to determine selected items and total profit.</a:t>
          </a:r>
        </a:p>
      </dsp:txBody>
      <dsp:txXfrm>
        <a:off x="1209179" y="3927973"/>
        <a:ext cx="8391290" cy="104690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9FD249-971B-4669-B6ED-81EA3E3D9FC7}">
      <dsp:nvSpPr>
        <dsp:cNvPr id="0" name=""/>
        <dsp:cNvSpPr/>
      </dsp:nvSpPr>
      <dsp:spPr>
        <a:xfrm>
          <a:off x="0" y="454"/>
          <a:ext cx="10058399" cy="106420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7FBC6E-2592-4993-9B44-9F48D2644FB6}">
      <dsp:nvSpPr>
        <dsp:cNvPr id="0" name=""/>
        <dsp:cNvSpPr/>
      </dsp:nvSpPr>
      <dsp:spPr>
        <a:xfrm>
          <a:off x="321920" y="239899"/>
          <a:ext cx="585310" cy="5853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ACAF62-79F4-4A74-88A9-3CB0C695D227}">
      <dsp:nvSpPr>
        <dsp:cNvPr id="0" name=""/>
        <dsp:cNvSpPr/>
      </dsp:nvSpPr>
      <dsp:spPr>
        <a:xfrm>
          <a:off x="1229151" y="454"/>
          <a:ext cx="8829248" cy="1064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628" tIns="112628" rIns="112628" bIns="11262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- Calculate profit-to-weight ratio for each item.</a:t>
          </a:r>
        </a:p>
      </dsp:txBody>
      <dsp:txXfrm>
        <a:off x="1229151" y="454"/>
        <a:ext cx="8829248" cy="1064200"/>
      </dsp:txXfrm>
    </dsp:sp>
    <dsp:sp modelId="{B0B2D670-5BE3-4844-B2D3-34CC964DD974}">
      <dsp:nvSpPr>
        <dsp:cNvPr id="0" name=""/>
        <dsp:cNvSpPr/>
      </dsp:nvSpPr>
      <dsp:spPr>
        <a:xfrm>
          <a:off x="0" y="1330705"/>
          <a:ext cx="10058399" cy="106420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DAB429-F003-4A68-BB73-8EC9A57FC8FC}">
      <dsp:nvSpPr>
        <dsp:cNvPr id="0" name=""/>
        <dsp:cNvSpPr/>
      </dsp:nvSpPr>
      <dsp:spPr>
        <a:xfrm>
          <a:off x="321920" y="1570150"/>
          <a:ext cx="585310" cy="5853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8FB978-B276-4A3B-A277-12945053D6D2}">
      <dsp:nvSpPr>
        <dsp:cNvPr id="0" name=""/>
        <dsp:cNvSpPr/>
      </dsp:nvSpPr>
      <dsp:spPr>
        <a:xfrm>
          <a:off x="1229151" y="1330705"/>
          <a:ext cx="8829248" cy="1064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628" tIns="112628" rIns="112628" bIns="11262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- Sort ratios in descending order, create profit and weight value lists.</a:t>
          </a:r>
        </a:p>
      </dsp:txBody>
      <dsp:txXfrm>
        <a:off x="1229151" y="1330705"/>
        <a:ext cx="8829248" cy="1064200"/>
      </dsp:txXfrm>
    </dsp:sp>
    <dsp:sp modelId="{2DADBEE8-C121-469A-A525-59C1A4AA13F2}">
      <dsp:nvSpPr>
        <dsp:cNvPr id="0" name=""/>
        <dsp:cNvSpPr/>
      </dsp:nvSpPr>
      <dsp:spPr>
        <a:xfrm>
          <a:off x="0" y="2660956"/>
          <a:ext cx="10058399" cy="106420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06B798-326D-440B-86AF-4881E49B588F}">
      <dsp:nvSpPr>
        <dsp:cNvPr id="0" name=""/>
        <dsp:cNvSpPr/>
      </dsp:nvSpPr>
      <dsp:spPr>
        <a:xfrm>
          <a:off x="321920" y="2900401"/>
          <a:ext cx="585310" cy="5853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28F0D4-3F33-4CD9-8B6C-9544A8DC71FC}">
      <dsp:nvSpPr>
        <dsp:cNvPr id="0" name=""/>
        <dsp:cNvSpPr/>
      </dsp:nvSpPr>
      <dsp:spPr>
        <a:xfrm>
          <a:off x="1229151" y="2660956"/>
          <a:ext cx="8829248" cy="1064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628" tIns="112628" rIns="112628" bIns="11262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- Iterate through items, greedily select based on ratios until capacity is reached.</a:t>
          </a:r>
        </a:p>
      </dsp:txBody>
      <dsp:txXfrm>
        <a:off x="1229151" y="2660956"/>
        <a:ext cx="8829248" cy="10642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95D5CF-B42F-45C2-9067-91000B3F3AB5}">
      <dsp:nvSpPr>
        <dsp:cNvPr id="0" name=""/>
        <dsp:cNvSpPr/>
      </dsp:nvSpPr>
      <dsp:spPr>
        <a:xfrm>
          <a:off x="0" y="3180"/>
          <a:ext cx="7016752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957306D-B9DC-4F0F-B0BB-200B9DD3F4E5}">
      <dsp:nvSpPr>
        <dsp:cNvPr id="0" name=""/>
        <dsp:cNvSpPr/>
      </dsp:nvSpPr>
      <dsp:spPr>
        <a:xfrm>
          <a:off x="0" y="3180"/>
          <a:ext cx="7016752" cy="10846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Successful implementation and analysis of the Knapsack Problem algorithm</a:t>
          </a:r>
        </a:p>
      </dsp:txBody>
      <dsp:txXfrm>
        <a:off x="0" y="3180"/>
        <a:ext cx="7016752" cy="1084619"/>
      </dsp:txXfrm>
    </dsp:sp>
    <dsp:sp modelId="{8DD78EB4-7DA3-4C42-B0A6-6E00D585D835}">
      <dsp:nvSpPr>
        <dsp:cNvPr id="0" name=""/>
        <dsp:cNvSpPr/>
      </dsp:nvSpPr>
      <dsp:spPr>
        <a:xfrm>
          <a:off x="0" y="1087799"/>
          <a:ext cx="7016752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BC67FC5-C61A-4210-9E44-6D3ECFEB1BAF}">
      <dsp:nvSpPr>
        <dsp:cNvPr id="0" name=""/>
        <dsp:cNvSpPr/>
      </dsp:nvSpPr>
      <dsp:spPr>
        <a:xfrm>
          <a:off x="0" y="1087799"/>
          <a:ext cx="7016752" cy="10846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Study and implementation of the 0/1 Knapsack and Fractional Knapsack algorithms</a:t>
          </a:r>
        </a:p>
      </dsp:txBody>
      <dsp:txXfrm>
        <a:off x="0" y="1087799"/>
        <a:ext cx="7016752" cy="1084619"/>
      </dsp:txXfrm>
    </dsp:sp>
    <dsp:sp modelId="{26611B59-A9DC-4132-A315-8B77747B8A70}">
      <dsp:nvSpPr>
        <dsp:cNvPr id="0" name=""/>
        <dsp:cNvSpPr/>
      </dsp:nvSpPr>
      <dsp:spPr>
        <a:xfrm>
          <a:off x="0" y="2172418"/>
          <a:ext cx="7016752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8B67EE2-0D7D-436D-819B-BBD572ACEFE5}">
      <dsp:nvSpPr>
        <dsp:cNvPr id="0" name=""/>
        <dsp:cNvSpPr/>
      </dsp:nvSpPr>
      <dsp:spPr>
        <a:xfrm>
          <a:off x="0" y="2172418"/>
          <a:ext cx="7016752" cy="10846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Optimal solution provided by the 0/1 Knapsack algorithm with O(nW) time complexity</a:t>
          </a:r>
        </a:p>
      </dsp:txBody>
      <dsp:txXfrm>
        <a:off x="0" y="2172418"/>
        <a:ext cx="7016752" cy="1084619"/>
      </dsp:txXfrm>
    </dsp:sp>
    <dsp:sp modelId="{06E4519B-A498-467F-BF97-350BD0235BB0}">
      <dsp:nvSpPr>
        <dsp:cNvPr id="0" name=""/>
        <dsp:cNvSpPr/>
      </dsp:nvSpPr>
      <dsp:spPr>
        <a:xfrm>
          <a:off x="0" y="3257037"/>
          <a:ext cx="7016752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ACF09FF-1D7C-4C35-8F5E-D30C68320F6B}">
      <dsp:nvSpPr>
        <dsp:cNvPr id="0" name=""/>
        <dsp:cNvSpPr/>
      </dsp:nvSpPr>
      <dsp:spPr>
        <a:xfrm>
          <a:off x="0" y="3257038"/>
          <a:ext cx="7016752" cy="10846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Greedy approach demonstrated by the Fractional Knapsack algorithm with O(n log n) time complexity</a:t>
          </a:r>
        </a:p>
      </dsp:txBody>
      <dsp:txXfrm>
        <a:off x="0" y="3257038"/>
        <a:ext cx="7016752" cy="1084619"/>
      </dsp:txXfrm>
    </dsp:sp>
    <dsp:sp modelId="{E53CC4C4-8C0F-46FA-8114-1689E3992F11}">
      <dsp:nvSpPr>
        <dsp:cNvPr id="0" name=""/>
        <dsp:cNvSpPr/>
      </dsp:nvSpPr>
      <dsp:spPr>
        <a:xfrm>
          <a:off x="0" y="4341657"/>
          <a:ext cx="7016752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5909661-2D3D-4AED-8BA5-62FBE0023A32}">
      <dsp:nvSpPr>
        <dsp:cNvPr id="0" name=""/>
        <dsp:cNvSpPr/>
      </dsp:nvSpPr>
      <dsp:spPr>
        <a:xfrm>
          <a:off x="0" y="4341657"/>
          <a:ext cx="7016752" cy="10846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Satisfactory results obtained from the algorithm execution</a:t>
          </a:r>
        </a:p>
      </dsp:txBody>
      <dsp:txXfrm>
        <a:off x="0" y="4341657"/>
        <a:ext cx="7016752" cy="1084619"/>
      </dsp:txXfrm>
    </dsp:sp>
    <dsp:sp modelId="{64DA1CF3-15DA-4A53-8E4C-F686EE3BA9BE}">
      <dsp:nvSpPr>
        <dsp:cNvPr id="0" name=""/>
        <dsp:cNvSpPr/>
      </dsp:nvSpPr>
      <dsp:spPr>
        <a:xfrm>
          <a:off x="0" y="5426276"/>
          <a:ext cx="7016752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7F7DEDE-25AD-4139-9BA7-17AD3C4FB059}">
      <dsp:nvSpPr>
        <dsp:cNvPr id="0" name=""/>
        <dsp:cNvSpPr/>
      </dsp:nvSpPr>
      <dsp:spPr>
        <a:xfrm>
          <a:off x="0" y="5426276"/>
          <a:ext cx="7016752" cy="10846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Contributes to a better understanding of the Knapsack Problem</a:t>
          </a:r>
        </a:p>
      </dsp:txBody>
      <dsp:txXfrm>
        <a:off x="0" y="5426276"/>
        <a:ext cx="7016752" cy="10846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B6DF35-70E8-668F-D42C-1E97EDB11C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BCBEA5-E9B1-3A1E-D630-B84A314B5FF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F02169-0C53-4674-A9FB-30BBD399882A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D10019-0617-44A6-A674-E22D0BABFD6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D3B571-CF56-A90E-5113-CB3869B1A27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2BF967-DD2A-461D-B0E0-63EEADCD36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0886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EA6517-1DA5-4458-815D-B9F40046FBCA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E3F718-344A-4D4C-A422-F979391D2D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271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fld id="{1449AA12-8195-4182-A7AC-2E7E59DFBDAF}" type="datetimeFigureOut">
              <a:rPr lang="en-US" smtClean="0"/>
              <a:pPr algn="r"/>
              <a:t>7/11/2023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7654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956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1449AA12-8195-4182-A7AC-2E7E59DFBDAF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31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237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803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940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362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03904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1449AA12-8195-4182-A7AC-2E7E59DFBDAF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62623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67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7/11/2023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079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449AA12-8195-4182-A7AC-2E7E59DFBDAF}" type="datetimeFigureOut">
              <a:rPr lang="en-US" smtClean="0"/>
              <a:pPr/>
              <a:t>7/11/2023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4DFC975-2FD7-44A5-9E78-ECBA4615607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121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D2543-901D-EB95-3D4C-33D6EE266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 algn="ctr">
              <a:spcBef>
                <a:spcPts val="1200"/>
              </a:spcBef>
              <a:buFont typeface="Arial"/>
              <a:buChar char="•"/>
            </a:pPr>
            <a:r>
              <a:rPr lang="en-US" sz="4400" b="1" dirty="0">
                <a:ea typeface="+mj-lt"/>
                <a:cs typeface="+mj-lt"/>
              </a:rPr>
              <a:t>Title: Knapsack Algorithm Implementation and Analysis</a:t>
            </a:r>
          </a:p>
          <a:p>
            <a:pPr algn="ctr"/>
            <a:endParaRPr lang="en-US" sz="4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B7BA9B-4A56-53BC-783F-A840432C5A96}"/>
              </a:ext>
            </a:extLst>
          </p:cNvPr>
          <p:cNvSpPr txBox="1"/>
          <p:nvPr/>
        </p:nvSpPr>
        <p:spPr>
          <a:xfrm>
            <a:off x="3572774" y="3286125"/>
            <a:ext cx="4873923" cy="174085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endParaRPr lang="en-US" dirty="0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B3E35F70-BBCB-461C-4C7D-CF9F330C77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7404800"/>
              </p:ext>
            </p:extLst>
          </p:nvPr>
        </p:nvGraphicFramePr>
        <p:xfrm>
          <a:off x="1066800" y="2310063"/>
          <a:ext cx="10058400" cy="3725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9A1CA85A-EFB7-9027-D695-018B7072F7A5}"/>
              </a:ext>
            </a:extLst>
          </p:cNvPr>
          <p:cNvGrpSpPr/>
          <p:nvPr/>
        </p:nvGrpSpPr>
        <p:grpSpPr>
          <a:xfrm>
            <a:off x="230414" y="136821"/>
            <a:ext cx="495300" cy="707886"/>
            <a:chOff x="215900" y="122307"/>
            <a:chExt cx="495300" cy="70788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D28F5CC-291B-5A80-A150-451CE1653217}"/>
                </a:ext>
              </a:extLst>
            </p:cNvPr>
            <p:cNvSpPr/>
            <p:nvPr/>
          </p:nvSpPr>
          <p:spPr>
            <a:xfrm>
              <a:off x="215900" y="215900"/>
              <a:ext cx="495300" cy="5207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6BF133D-2C0A-789E-CCF2-344EF402C9F4}"/>
                </a:ext>
              </a:extLst>
            </p:cNvPr>
            <p:cNvSpPr txBox="1"/>
            <p:nvPr/>
          </p:nvSpPr>
          <p:spPr>
            <a:xfrm>
              <a:off x="285750" y="122307"/>
              <a:ext cx="3556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00FFFF"/>
                  </a:solidFill>
                  <a:latin typeface="Berlin Sans FB" panose="020E0602020502020306" pitchFamily="34" charset="0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81394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8" descr="A hand writing on a piece of paper&#10;&#10;Description automatically generated">
            <a:extLst>
              <a:ext uri="{FF2B5EF4-FFF2-40B4-BE49-F238E27FC236}">
                <a16:creationId xmlns:a16="http://schemas.microsoft.com/office/drawing/2014/main" id="{19B3B5AB-B732-305D-1B49-56BA15B7C1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77" r="6256"/>
          <a:stretch/>
        </p:blipFill>
        <p:spPr>
          <a:xfrm>
            <a:off x="6682154" y="0"/>
            <a:ext cx="5509846" cy="67142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2F74DC3-DBBA-0398-CC72-34D7475D6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1" y="455362"/>
            <a:ext cx="3395931" cy="817174"/>
          </a:xfrm>
        </p:spPr>
        <p:txBody>
          <a:bodyPr>
            <a:normAutofit/>
          </a:bodyPr>
          <a:lstStyle/>
          <a:p>
            <a:r>
              <a:rPr lang="en-US" b="0" dirty="0">
                <a:ea typeface="+mj-lt"/>
                <a:cs typeface="+mj-lt"/>
              </a:rPr>
              <a:t>CONTENT</a:t>
            </a:r>
          </a:p>
        </p:txBody>
      </p: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CCDF7647-9E1D-E817-AA69-3F642AB9AA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1513268"/>
              </p:ext>
            </p:extLst>
          </p:nvPr>
        </p:nvGraphicFramePr>
        <p:xfrm>
          <a:off x="565151" y="2160016"/>
          <a:ext cx="6400798" cy="39261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73C29298-7580-73BD-829B-569CC2CD2190}"/>
              </a:ext>
            </a:extLst>
          </p:cNvPr>
          <p:cNvGrpSpPr/>
          <p:nvPr/>
        </p:nvGrpSpPr>
        <p:grpSpPr>
          <a:xfrm>
            <a:off x="230414" y="136821"/>
            <a:ext cx="495300" cy="707886"/>
            <a:chOff x="215900" y="122307"/>
            <a:chExt cx="495300" cy="70788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AA6E4C9-7871-29CD-6C66-5C3678217A02}"/>
                </a:ext>
              </a:extLst>
            </p:cNvPr>
            <p:cNvSpPr/>
            <p:nvPr/>
          </p:nvSpPr>
          <p:spPr>
            <a:xfrm>
              <a:off x="215900" y="215900"/>
              <a:ext cx="495300" cy="5207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AA130D2-2DC4-0E6F-905C-DADD86B38D3B}"/>
                </a:ext>
              </a:extLst>
            </p:cNvPr>
            <p:cNvSpPr txBox="1"/>
            <p:nvPr/>
          </p:nvSpPr>
          <p:spPr>
            <a:xfrm>
              <a:off x="285750" y="122307"/>
              <a:ext cx="3556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00FFFF"/>
                  </a:solidFill>
                  <a:latin typeface="Berlin Sans FB" panose="020E0602020502020306" pitchFamily="34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1815607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2BD5C-DC4E-3CBB-E419-7AEB02D06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55362"/>
            <a:ext cx="9486690" cy="960948"/>
          </a:xfrm>
        </p:spPr>
        <p:txBody>
          <a:bodyPr>
            <a:normAutofit/>
          </a:bodyPr>
          <a:lstStyle/>
          <a:p>
            <a:r>
              <a:rPr lang="en-US" b="0">
                <a:latin typeface="Calibri"/>
                <a:cs typeface="Calibri"/>
              </a:rPr>
              <a:t>Aim:</a:t>
            </a:r>
            <a:endParaRPr lang="en-US" dirty="0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82F3995D-978A-DB37-7C94-1A2698573C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7375258"/>
              </p:ext>
            </p:extLst>
          </p:nvPr>
        </p:nvGraphicFramePr>
        <p:xfrm>
          <a:off x="362456" y="1518443"/>
          <a:ext cx="10233075" cy="50919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65C4B9F0-32C6-8A7D-6906-0883A566055F}"/>
              </a:ext>
            </a:extLst>
          </p:cNvPr>
          <p:cNvGrpSpPr/>
          <p:nvPr/>
        </p:nvGrpSpPr>
        <p:grpSpPr>
          <a:xfrm>
            <a:off x="230414" y="136821"/>
            <a:ext cx="495300" cy="707886"/>
            <a:chOff x="215900" y="122307"/>
            <a:chExt cx="495300" cy="70788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07C20AB-31A8-61A6-4B58-AEA20F121C00}"/>
                </a:ext>
              </a:extLst>
            </p:cNvPr>
            <p:cNvSpPr/>
            <p:nvPr/>
          </p:nvSpPr>
          <p:spPr>
            <a:xfrm>
              <a:off x="215900" y="215900"/>
              <a:ext cx="495300" cy="5207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6C8575C-22C8-77EB-6925-418A3BCE5A61}"/>
                </a:ext>
              </a:extLst>
            </p:cNvPr>
            <p:cNvSpPr txBox="1"/>
            <p:nvPr/>
          </p:nvSpPr>
          <p:spPr>
            <a:xfrm>
              <a:off x="285750" y="122307"/>
              <a:ext cx="3556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00FFFF"/>
                  </a:solidFill>
                  <a:latin typeface="Berlin Sans FB" panose="020E0602020502020306" pitchFamily="34" charset="0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6096387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39A7A-6DC6-011B-8C4E-DD5340800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56895"/>
            <a:ext cx="9486690" cy="1032835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ea typeface="+mj-lt"/>
                <a:cs typeface="+mj-lt"/>
              </a:rPr>
              <a:t> </a:t>
            </a:r>
            <a:r>
              <a:rPr lang="en-US" sz="3600" b="1" dirty="0">
                <a:ea typeface="+mj-lt"/>
                <a:cs typeface="+mj-lt"/>
              </a:rPr>
              <a:t>ALGORITHM DESIGN:</a:t>
            </a:r>
            <a:br>
              <a:rPr lang="en-US" sz="3600" b="1" dirty="0">
                <a:ea typeface="+mj-lt"/>
                <a:cs typeface="+mj-lt"/>
              </a:rPr>
            </a:br>
            <a:r>
              <a:rPr lang="en-US" sz="3600" b="1" dirty="0">
                <a:ea typeface="+mj-lt"/>
                <a:cs typeface="+mj-lt"/>
              </a:rPr>
              <a:t>                                     0/1 Knapsack Algorithm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1F41E74-3A05-6B9C-7099-64118454F7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9069338"/>
              </p:ext>
            </p:extLst>
          </p:nvPr>
        </p:nvGraphicFramePr>
        <p:xfrm>
          <a:off x="1124456" y="1706881"/>
          <a:ext cx="9600470" cy="49769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CEA8564F-FA6F-3B45-3C38-2099FFE0DDE8}"/>
              </a:ext>
            </a:extLst>
          </p:cNvPr>
          <p:cNvGrpSpPr/>
          <p:nvPr/>
        </p:nvGrpSpPr>
        <p:grpSpPr>
          <a:xfrm>
            <a:off x="230414" y="138354"/>
            <a:ext cx="495300" cy="707886"/>
            <a:chOff x="215900" y="122307"/>
            <a:chExt cx="495300" cy="70788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D012176-4ABB-1D4C-859F-DB9E327B0447}"/>
                </a:ext>
              </a:extLst>
            </p:cNvPr>
            <p:cNvSpPr/>
            <p:nvPr/>
          </p:nvSpPr>
          <p:spPr>
            <a:xfrm>
              <a:off x="215900" y="215900"/>
              <a:ext cx="495300" cy="5207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995DB14-D480-AE60-88AF-658888ADF6E5}"/>
                </a:ext>
              </a:extLst>
            </p:cNvPr>
            <p:cNvSpPr txBox="1"/>
            <p:nvPr/>
          </p:nvSpPr>
          <p:spPr>
            <a:xfrm>
              <a:off x="285750" y="122307"/>
              <a:ext cx="3556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00FFFF"/>
                  </a:solidFill>
                  <a:latin typeface="Berlin Sans FB" panose="020E0602020502020306" pitchFamily="34" charset="0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4933521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FDE5-31FD-A6E1-931A-C3A71ECF1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r>
              <a:rPr lang="en-US" sz="3700" b="1" dirty="0">
                <a:ea typeface="+mj-lt"/>
                <a:cs typeface="+mj-lt"/>
              </a:rPr>
              <a:t>Algorithm Design: </a:t>
            </a:r>
            <a:br>
              <a:rPr lang="en-US" sz="3700" b="1" dirty="0">
                <a:ea typeface="+mj-lt"/>
                <a:cs typeface="+mj-lt"/>
              </a:rPr>
            </a:br>
            <a:r>
              <a:rPr lang="en-US" sz="3700" b="1" dirty="0">
                <a:ea typeface="+mj-lt"/>
                <a:cs typeface="+mj-lt"/>
              </a:rPr>
              <a:t>                    Fractional Knapsack Algorithm</a:t>
            </a:r>
            <a:endParaRPr lang="en-US" sz="3700" b="1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40F46D9-7BB7-A61E-1107-6A9EC80DD6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5879396"/>
              </p:ext>
            </p:extLst>
          </p:nvPr>
        </p:nvGraphicFramePr>
        <p:xfrm>
          <a:off x="1066800" y="2310063"/>
          <a:ext cx="10058400" cy="3725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0023C8BB-593C-9521-BE89-EE631106D0C9}"/>
              </a:ext>
            </a:extLst>
          </p:cNvPr>
          <p:cNvGrpSpPr/>
          <p:nvPr/>
        </p:nvGrpSpPr>
        <p:grpSpPr>
          <a:xfrm>
            <a:off x="230414" y="136821"/>
            <a:ext cx="495300" cy="707886"/>
            <a:chOff x="215900" y="122307"/>
            <a:chExt cx="495300" cy="70788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98D729D-8100-1F14-15E5-AE76132AD122}"/>
                </a:ext>
              </a:extLst>
            </p:cNvPr>
            <p:cNvSpPr/>
            <p:nvPr/>
          </p:nvSpPr>
          <p:spPr>
            <a:xfrm>
              <a:off x="215900" y="215900"/>
              <a:ext cx="495300" cy="5207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A104A28-81C3-3B8E-47C6-57A40F411C6F}"/>
                </a:ext>
              </a:extLst>
            </p:cNvPr>
            <p:cNvSpPr txBox="1"/>
            <p:nvPr/>
          </p:nvSpPr>
          <p:spPr>
            <a:xfrm>
              <a:off x="285750" y="122307"/>
              <a:ext cx="3556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00FFFF"/>
                  </a:solidFill>
                  <a:latin typeface="Berlin Sans FB" panose="020E0602020502020306" pitchFamily="34" charset="0"/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7883488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65B2778-6678-45B6-9A79-C0910CFCA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4393" y="237744"/>
            <a:ext cx="7652977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DB8FBC-A73D-0E8C-10D7-A894654A3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642593"/>
            <a:ext cx="6281928" cy="1744183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ALGORITHM ANALYSIS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1013C-2871-0E2B-7DCB-78D332E5E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8680" y="2386584"/>
            <a:ext cx="6897212" cy="4115816"/>
          </a:xfrm>
        </p:spPr>
        <p:txBody>
          <a:bodyPr vert="horz" lIns="91440" tIns="45720" rIns="91440" bIns="45720" rtlCol="0">
            <a:normAutofit fontScale="25000" lnSpcReduction="20000"/>
          </a:bodyPr>
          <a:lstStyle/>
          <a:p>
            <a:pPr>
              <a:lnSpc>
                <a:spcPct val="170000"/>
              </a:lnSpc>
              <a:buFont typeface="Wingdings" panose="020B0604020202020204" pitchFamily="34" charset="0"/>
              <a:buChar char="q"/>
            </a:pPr>
            <a:r>
              <a:rPr lang="en-US" sz="9600" b="1" dirty="0">
                <a:ea typeface="+mn-lt"/>
                <a:cs typeface="+mn-lt"/>
              </a:rPr>
              <a:t>  -</a:t>
            </a:r>
            <a:r>
              <a:rPr lang="en-US" sz="9600" b="1" dirty="0">
                <a:latin typeface="Arial"/>
                <a:ea typeface="+mn-lt"/>
                <a:cs typeface="Arial"/>
              </a:rPr>
              <a:t> 0/1 Knapsack algorithm: 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9600" b="1" dirty="0">
                <a:latin typeface="Arial"/>
                <a:ea typeface="+mn-lt"/>
                <a:cs typeface="Arial"/>
              </a:rPr>
              <a:t>		Time complexity of O(n*W).</a:t>
            </a:r>
            <a:endParaRPr lang="en-US" sz="9600" b="1" dirty="0"/>
          </a:p>
          <a:p>
            <a:pPr>
              <a:lnSpc>
                <a:spcPct val="170000"/>
              </a:lnSpc>
              <a:buFont typeface="Wingdings" panose="020B0604020202020204" pitchFamily="34" charset="0"/>
              <a:buChar char="q"/>
            </a:pPr>
            <a:r>
              <a:rPr lang="en-US" sz="9600" b="1" dirty="0">
                <a:latin typeface="Arial"/>
                <a:ea typeface="+mn-lt"/>
                <a:cs typeface="Arial"/>
              </a:rPr>
              <a:t>  - Fractional Knapsack algorithm: 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9600" b="1" dirty="0">
                <a:latin typeface="Arial"/>
                <a:ea typeface="+mn-lt"/>
                <a:cs typeface="Arial"/>
              </a:rPr>
              <a:t>		Time complexity of O(n log n).</a:t>
            </a:r>
            <a:endParaRPr lang="en-US" sz="9600" b="1" dirty="0"/>
          </a:p>
          <a:p>
            <a:endParaRPr lang="en-US" b="1" dirty="0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2C57F61-3F6E-4BE5-B964-003AA9B35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7370" y="0"/>
            <a:ext cx="435463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Paperclip">
            <a:extLst>
              <a:ext uri="{FF2B5EF4-FFF2-40B4-BE49-F238E27FC236}">
                <a16:creationId xmlns:a16="http://schemas.microsoft.com/office/drawing/2014/main" id="{09742C57-0712-54E7-E862-8F2120CB19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19528" y="1770177"/>
            <a:ext cx="3318836" cy="3318836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8564FAD2-55A5-F312-E0DB-BBECED1B3BED}"/>
              </a:ext>
            </a:extLst>
          </p:cNvPr>
          <p:cNvGrpSpPr/>
          <p:nvPr/>
        </p:nvGrpSpPr>
        <p:grpSpPr>
          <a:xfrm>
            <a:off x="230414" y="136821"/>
            <a:ext cx="495300" cy="707886"/>
            <a:chOff x="215900" y="122307"/>
            <a:chExt cx="495300" cy="70788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7073975-2EE5-556C-A899-C1A3D713A9DF}"/>
                </a:ext>
              </a:extLst>
            </p:cNvPr>
            <p:cNvSpPr/>
            <p:nvPr/>
          </p:nvSpPr>
          <p:spPr>
            <a:xfrm>
              <a:off x="215900" y="215900"/>
              <a:ext cx="495300" cy="5207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2D8ADBD-8246-73D7-6FE3-06B3386BCE63}"/>
                </a:ext>
              </a:extLst>
            </p:cNvPr>
            <p:cNvSpPr txBox="1"/>
            <p:nvPr/>
          </p:nvSpPr>
          <p:spPr>
            <a:xfrm>
              <a:off x="285750" y="122307"/>
              <a:ext cx="3556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00FFFF"/>
                  </a:solidFill>
                  <a:latin typeface="Berlin Sans FB" panose="020E0602020502020306" pitchFamily="34" charset="0"/>
                </a:rPr>
                <a:t>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0005470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AE973-61A0-B2F4-ADFE-1015C28F9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455362"/>
            <a:ext cx="3603625" cy="1550419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 b="1" dirty="0"/>
              <a:t>ALGORITHM EXECUTION</a:t>
            </a:r>
          </a:p>
        </p:txBody>
      </p:sp>
      <p:sp>
        <p:nvSpPr>
          <p:cNvPr id="45" name="Content Placeholder 44">
            <a:extLst>
              <a:ext uri="{FF2B5EF4-FFF2-40B4-BE49-F238E27FC236}">
                <a16:creationId xmlns:a16="http://schemas.microsoft.com/office/drawing/2014/main" id="{D7BF8914-E180-F950-DC5B-D3B7545A1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2160016"/>
            <a:ext cx="3100418" cy="10650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b="1" dirty="0"/>
              <a:t>INPUT</a:t>
            </a:r>
          </a:p>
        </p:txBody>
      </p:sp>
      <p:pic>
        <p:nvPicPr>
          <p:cNvPr id="5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A7C53C3C-2D4E-C148-EEC0-6827E6CCB1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486"/>
          <a:stretch/>
        </p:blipFill>
        <p:spPr>
          <a:xfrm>
            <a:off x="4561498" y="-690103"/>
            <a:ext cx="13050766" cy="838199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55263A14-63B3-132B-BD48-1A8A98A3AEBF}"/>
              </a:ext>
            </a:extLst>
          </p:cNvPr>
          <p:cNvGrpSpPr/>
          <p:nvPr/>
        </p:nvGrpSpPr>
        <p:grpSpPr>
          <a:xfrm>
            <a:off x="230414" y="136821"/>
            <a:ext cx="495300" cy="707886"/>
            <a:chOff x="215900" y="122307"/>
            <a:chExt cx="495300" cy="70788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3CCA72E-A300-0383-AB03-7B4CF80F3577}"/>
                </a:ext>
              </a:extLst>
            </p:cNvPr>
            <p:cNvSpPr/>
            <p:nvPr/>
          </p:nvSpPr>
          <p:spPr>
            <a:xfrm>
              <a:off x="215900" y="215900"/>
              <a:ext cx="495300" cy="5207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3E256FB-9C54-BB07-C39D-1B2C9BCDA957}"/>
                </a:ext>
              </a:extLst>
            </p:cNvPr>
            <p:cNvSpPr txBox="1"/>
            <p:nvPr/>
          </p:nvSpPr>
          <p:spPr>
            <a:xfrm>
              <a:off x="285750" y="122307"/>
              <a:ext cx="3556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00FFFF"/>
                  </a:solidFill>
                  <a:latin typeface="Berlin Sans FB" panose="020E0602020502020306" pitchFamily="34" charset="0"/>
                </a:rPr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4336431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6AC38-B526-23D7-A0D7-7509F249C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7321" y="4309024"/>
            <a:ext cx="9677833" cy="11344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600"/>
              <a:t>ALGORITHM EXECUTION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2B516-942C-12B6-561D-876F2122B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7321" y="5455664"/>
            <a:ext cx="9677834" cy="613921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ctr">
              <a:buNone/>
            </a:pPr>
            <a:r>
              <a:rPr lang="en-US" sz="2400"/>
              <a:t>OUTPUT</a:t>
            </a:r>
          </a:p>
        </p:txBody>
      </p:sp>
      <p:pic>
        <p:nvPicPr>
          <p:cNvPr id="5" name="Picture 5" descr="A black and green rectangles&#10;&#10;Description automatically generated">
            <a:extLst>
              <a:ext uri="{FF2B5EF4-FFF2-40B4-BE49-F238E27FC236}">
                <a16:creationId xmlns:a16="http://schemas.microsoft.com/office/drawing/2014/main" id="{30859113-5213-B26D-365C-1B987D59FC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69" y="-5148"/>
            <a:ext cx="12193870" cy="426045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0A018827-8BF9-9E5B-5738-AB79736C11C7}"/>
              </a:ext>
            </a:extLst>
          </p:cNvPr>
          <p:cNvGrpSpPr/>
          <p:nvPr/>
        </p:nvGrpSpPr>
        <p:grpSpPr>
          <a:xfrm>
            <a:off x="-5469" y="-184920"/>
            <a:ext cx="495300" cy="707886"/>
            <a:chOff x="215900" y="122307"/>
            <a:chExt cx="495300" cy="70788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BF3BCA4-8B4E-1D98-6FEF-8C88F31B783C}"/>
                </a:ext>
              </a:extLst>
            </p:cNvPr>
            <p:cNvSpPr/>
            <p:nvPr/>
          </p:nvSpPr>
          <p:spPr>
            <a:xfrm>
              <a:off x="215900" y="215900"/>
              <a:ext cx="495300" cy="5207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709231F-C034-B02C-4E4B-E1B55EE7E345}"/>
                </a:ext>
              </a:extLst>
            </p:cNvPr>
            <p:cNvSpPr txBox="1"/>
            <p:nvPr/>
          </p:nvSpPr>
          <p:spPr>
            <a:xfrm>
              <a:off x="285750" y="122307"/>
              <a:ext cx="3556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00FFFF"/>
                  </a:solidFill>
                  <a:latin typeface="Berlin Sans FB" panose="020E0602020502020306" pitchFamily="34" charset="0"/>
                </a:rPr>
                <a:t>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5480229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317AD-C657-8DC1-3B50-CF93BA57D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880" y="153437"/>
            <a:ext cx="9486690" cy="673401"/>
          </a:xfrm>
        </p:spPr>
        <p:txBody>
          <a:bodyPr>
            <a:normAutofit fontScale="90000"/>
          </a:bodyPr>
          <a:lstStyle/>
          <a:p>
            <a:r>
              <a:rPr lang="en-US" dirty="0"/>
              <a:t>SAMPLE CODE </a:t>
            </a:r>
          </a:p>
        </p:txBody>
      </p:sp>
      <p:pic>
        <p:nvPicPr>
          <p:cNvPr id="20" name="Picture 20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17F0432A-4736-3844-CB74-A591020176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8166" y="822923"/>
            <a:ext cx="11050267" cy="6039622"/>
          </a:xfr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D460B8F4-409B-18EC-6F14-0AE8345406EE}"/>
              </a:ext>
            </a:extLst>
          </p:cNvPr>
          <p:cNvGrpSpPr/>
          <p:nvPr/>
        </p:nvGrpSpPr>
        <p:grpSpPr>
          <a:xfrm>
            <a:off x="230414" y="136821"/>
            <a:ext cx="495300" cy="707886"/>
            <a:chOff x="215900" y="122307"/>
            <a:chExt cx="495300" cy="70788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A86394A-402E-1AD6-13A0-64618445A186}"/>
                </a:ext>
              </a:extLst>
            </p:cNvPr>
            <p:cNvSpPr/>
            <p:nvPr/>
          </p:nvSpPr>
          <p:spPr>
            <a:xfrm>
              <a:off x="215900" y="215900"/>
              <a:ext cx="495300" cy="5207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FFF1C49-886B-067F-EF84-9B067BDDB410}"/>
                </a:ext>
              </a:extLst>
            </p:cNvPr>
            <p:cNvSpPr txBox="1"/>
            <p:nvPr/>
          </p:nvSpPr>
          <p:spPr>
            <a:xfrm>
              <a:off x="285750" y="122307"/>
              <a:ext cx="3556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00FFFF"/>
                  </a:solidFill>
                  <a:latin typeface="Berlin Sans FB" panose="020E0602020502020306" pitchFamily="34" charset="0"/>
                </a:rPr>
                <a:t>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8126323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5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BA0F4D72-C0CF-5255-74A0-37617854DD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8246" y="60922"/>
            <a:ext cx="10631958" cy="6700981"/>
          </a:xfr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C730E39-8511-86C0-C163-6263D838C45A}"/>
              </a:ext>
            </a:extLst>
          </p:cNvPr>
          <p:cNvGrpSpPr/>
          <p:nvPr/>
        </p:nvGrpSpPr>
        <p:grpSpPr>
          <a:xfrm>
            <a:off x="0" y="0"/>
            <a:ext cx="887187" cy="703526"/>
            <a:chOff x="215900" y="183262"/>
            <a:chExt cx="495300" cy="55333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1914A26-081D-7BCA-CE34-32112674B875}"/>
                </a:ext>
              </a:extLst>
            </p:cNvPr>
            <p:cNvSpPr/>
            <p:nvPr/>
          </p:nvSpPr>
          <p:spPr>
            <a:xfrm>
              <a:off x="215900" y="215900"/>
              <a:ext cx="495300" cy="5207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CA18201-2035-85F5-7F5D-BCB578D54E3E}"/>
                </a:ext>
              </a:extLst>
            </p:cNvPr>
            <p:cNvSpPr txBox="1"/>
            <p:nvPr/>
          </p:nvSpPr>
          <p:spPr>
            <a:xfrm>
              <a:off x="268872" y="183262"/>
              <a:ext cx="442328" cy="5083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rgbClr val="00FFFF"/>
                  </a:solidFill>
                  <a:latin typeface="Berlin Sans FB" panose="020E0602020502020306" pitchFamily="34" charset="0"/>
                </a:rPr>
                <a:t>10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702391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A pencil drawing on a white background&#10;&#10;Description automatically generated">
            <a:extLst>
              <a:ext uri="{FF2B5EF4-FFF2-40B4-BE49-F238E27FC236}">
                <a16:creationId xmlns:a16="http://schemas.microsoft.com/office/drawing/2014/main" id="{4E3D38EE-1139-A724-499F-0CC4E08C6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342" y="340551"/>
            <a:ext cx="3669287" cy="1836199"/>
          </a:xfrm>
          <a:prstGeom prst="rect">
            <a:avLst/>
          </a:prstGeom>
        </p:spPr>
      </p:pic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FB5313C1-CEF4-2F83-F3F9-E6DBFC15B7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748188"/>
              </p:ext>
            </p:extLst>
          </p:nvPr>
        </p:nvGraphicFramePr>
        <p:xfrm>
          <a:off x="5078440" y="348469"/>
          <a:ext cx="7016752" cy="65140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5EA050EB-2B92-3ED7-433B-B2EEFF885115}"/>
              </a:ext>
            </a:extLst>
          </p:cNvPr>
          <p:cNvGrpSpPr/>
          <p:nvPr/>
        </p:nvGrpSpPr>
        <p:grpSpPr>
          <a:xfrm>
            <a:off x="14514" y="29028"/>
            <a:ext cx="887187" cy="703526"/>
            <a:chOff x="215900" y="183262"/>
            <a:chExt cx="495300" cy="55333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194D12A-FFEB-8EE7-452E-F4AD33542E48}"/>
                </a:ext>
              </a:extLst>
            </p:cNvPr>
            <p:cNvSpPr/>
            <p:nvPr/>
          </p:nvSpPr>
          <p:spPr>
            <a:xfrm>
              <a:off x="215900" y="215900"/>
              <a:ext cx="495300" cy="5207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488CC27-A89F-78C0-20CD-DF6F0930F0FD}"/>
                </a:ext>
              </a:extLst>
            </p:cNvPr>
            <p:cNvSpPr txBox="1"/>
            <p:nvPr/>
          </p:nvSpPr>
          <p:spPr>
            <a:xfrm>
              <a:off x="268872" y="183262"/>
              <a:ext cx="442328" cy="5083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rgbClr val="00FFFF"/>
                  </a:solidFill>
                  <a:latin typeface="Berlin Sans FB" panose="020E0602020502020306" pitchFamily="34" charset="0"/>
                </a:rPr>
                <a:t>11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5908485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E8370766-CC13-4DF4-AF0A-0E820B8D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57B3C4F9-03D9-4B39-9F3C-0366542305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5529" y="237744"/>
            <a:ext cx="8531352" cy="6382512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B61CA66-E7F4-49EC-89DC-F37EE6933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399E52-6C23-2FBC-04C6-0207CF44D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7189" y="612843"/>
            <a:ext cx="2247091" cy="1499738"/>
          </a:xfrm>
        </p:spPr>
        <p:txBody>
          <a:bodyPr anchor="b">
            <a:normAutofit/>
          </a:bodyPr>
          <a:lstStyle/>
          <a:p>
            <a:endParaRPr lang="en-US" sz="2800">
              <a:solidFill>
                <a:srgbClr val="FFFFFF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86ACB74-3D88-4CD7-B619-829D70AD4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0122" y="413053"/>
            <a:ext cx="8212114" cy="6064596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E106C3-4C04-5AEC-E895-03860BD5E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62" y="237743"/>
            <a:ext cx="11051716" cy="6382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2557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42</TotalTime>
  <Words>327</Words>
  <Application>Microsoft Office PowerPoint</Application>
  <PresentationFormat>Widescreen</PresentationFormat>
  <Paragraphs>59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Berlin Sans FB</vt:lpstr>
      <vt:lpstr>Calibri</vt:lpstr>
      <vt:lpstr>Century Gothic</vt:lpstr>
      <vt:lpstr>Garamond</vt:lpstr>
      <vt:lpstr>Wingdings</vt:lpstr>
      <vt:lpstr>Savon</vt:lpstr>
      <vt:lpstr>Title: Knapsack Algorithm Implementation and Analysis </vt:lpstr>
      <vt:lpstr>CONTENT</vt:lpstr>
      <vt:lpstr>Aim:</vt:lpstr>
      <vt:lpstr> ALGORITHM DESIGN:                                      0/1 Knapsack Algorithm</vt:lpstr>
      <vt:lpstr>Algorithm Design:                      Fractional Knapsack Algorithm</vt:lpstr>
      <vt:lpstr>ALGORITHM ANALYSIS </vt:lpstr>
      <vt:lpstr>ALGORITHM EXECUTION</vt:lpstr>
      <vt:lpstr>ALGORITHM EXECUTION</vt:lpstr>
      <vt:lpstr>SAMPLE CODE 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-</dc:creator>
  <cp:lastModifiedBy>Muhammad Daniyal Saffi</cp:lastModifiedBy>
  <cp:revision>454</cp:revision>
  <dcterms:created xsi:type="dcterms:W3CDTF">2023-07-10T17:09:04Z</dcterms:created>
  <dcterms:modified xsi:type="dcterms:W3CDTF">2023-07-11T08:41:24Z</dcterms:modified>
</cp:coreProperties>
</file>